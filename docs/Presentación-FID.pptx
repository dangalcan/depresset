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Montserrat SemiBold"/>
      <p:regular r:id="rId40"/>
      <p:bold r:id="rId41"/>
      <p:italic r:id="rId42"/>
      <p:boldItalic r:id="rId43"/>
    </p:embeddedFont>
    <p:embeddedFont>
      <p:font typeface="Proxima Nova"/>
      <p:regular r:id="rId44"/>
      <p:bold r:id="rId45"/>
      <p:italic r:id="rId46"/>
      <p:boldItalic r:id="rId47"/>
    </p:embeddedFont>
    <p:embeddedFont>
      <p:font typeface="Montserrat"/>
      <p:regular r:id="rId48"/>
      <p:bold r:id="rId49"/>
      <p:italic r:id="rId50"/>
      <p:boldItalic r:id="rId51"/>
    </p:embeddedFont>
    <p:embeddedFont>
      <p:font typeface="Gloria Hallelujah"/>
      <p:regular r:id="rId52"/>
    </p:embeddedFont>
    <p:embeddedFont>
      <p:font typeface="Montserrat Black"/>
      <p:bold r:id="rId53"/>
      <p:boldItalic r:id="rId54"/>
    </p:embeddedFont>
    <p:embeddedFont>
      <p:font typeface="Bebas Neue"/>
      <p:regular r:id="rId55"/>
    </p:embeddedFont>
    <p:embeddedFont>
      <p:font typeface="Roboto Condensed"/>
      <p:regular r:id="rId56"/>
      <p:bold r:id="rId57"/>
      <p:italic r:id="rId58"/>
      <p:boldItalic r:id="rId59"/>
    </p:embeddedFont>
    <p:embeddedFont>
      <p:font typeface="Quicksand"/>
      <p:regular r:id="rId60"/>
      <p:bold r:id="rId61"/>
    </p:embeddedFont>
    <p:embeddedFont>
      <p:font typeface="Proxima Nova Semibold"/>
      <p:regular r:id="rId62"/>
      <p:bold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A4A3A4"/>
          </p15:clr>
        </p15:guide>
        <p15:guide id="2" pos="530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530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regular.fntdata"/><Relationship Id="rId42" Type="http://schemas.openxmlformats.org/officeDocument/2006/relationships/font" Target="fonts/MontserratSemiBold-italic.fntdata"/><Relationship Id="rId41" Type="http://schemas.openxmlformats.org/officeDocument/2006/relationships/font" Target="fonts/MontserratSemiBold-bold.fntdata"/><Relationship Id="rId44" Type="http://schemas.openxmlformats.org/officeDocument/2006/relationships/font" Target="fonts/ProximaNova-regular.fntdata"/><Relationship Id="rId43" Type="http://schemas.openxmlformats.org/officeDocument/2006/relationships/font" Target="fonts/MontserratSemiBold-boldItalic.fntdata"/><Relationship Id="rId46" Type="http://schemas.openxmlformats.org/officeDocument/2006/relationships/font" Target="fonts/ProximaNova-italic.fntdata"/><Relationship Id="rId45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ontserrat-regular.fntdata"/><Relationship Id="rId47" Type="http://schemas.openxmlformats.org/officeDocument/2006/relationships/font" Target="fonts/ProximaNova-boldItalic.fntdata"/><Relationship Id="rId49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roximaNovaSemibold-regular.fntdata"/><Relationship Id="rId61" Type="http://schemas.openxmlformats.org/officeDocument/2006/relationships/font" Target="fonts/Quicksand-bold.fntdata"/><Relationship Id="rId20" Type="http://schemas.openxmlformats.org/officeDocument/2006/relationships/slide" Target="slides/slide14.xml"/><Relationship Id="rId64" Type="http://schemas.openxmlformats.org/officeDocument/2006/relationships/font" Target="fonts/ProximaNovaSemibold-boldItalic.fntdata"/><Relationship Id="rId63" Type="http://schemas.openxmlformats.org/officeDocument/2006/relationships/font" Target="fonts/ProximaNovaSemibold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Quicksand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boldItalic.fntdata"/><Relationship Id="rId50" Type="http://schemas.openxmlformats.org/officeDocument/2006/relationships/font" Target="fonts/Montserrat-italic.fntdata"/><Relationship Id="rId53" Type="http://schemas.openxmlformats.org/officeDocument/2006/relationships/font" Target="fonts/MontserratBlack-bold.fntdata"/><Relationship Id="rId52" Type="http://schemas.openxmlformats.org/officeDocument/2006/relationships/font" Target="fonts/GloriaHallelujah-regular.fntdata"/><Relationship Id="rId11" Type="http://schemas.openxmlformats.org/officeDocument/2006/relationships/slide" Target="slides/slide5.xml"/><Relationship Id="rId55" Type="http://schemas.openxmlformats.org/officeDocument/2006/relationships/font" Target="fonts/BebasNeue-regular.fntdata"/><Relationship Id="rId10" Type="http://schemas.openxmlformats.org/officeDocument/2006/relationships/slide" Target="slides/slide4.xml"/><Relationship Id="rId54" Type="http://schemas.openxmlformats.org/officeDocument/2006/relationships/font" Target="fonts/MontserratBlack-boldItalic.fntdata"/><Relationship Id="rId13" Type="http://schemas.openxmlformats.org/officeDocument/2006/relationships/slide" Target="slides/slide7.xml"/><Relationship Id="rId57" Type="http://schemas.openxmlformats.org/officeDocument/2006/relationships/font" Target="fonts/RobotoCondensed-bold.fntdata"/><Relationship Id="rId12" Type="http://schemas.openxmlformats.org/officeDocument/2006/relationships/slide" Target="slides/slide6.xml"/><Relationship Id="rId56" Type="http://schemas.openxmlformats.org/officeDocument/2006/relationships/font" Target="fonts/RobotoCondensed-regular.fntdata"/><Relationship Id="rId15" Type="http://schemas.openxmlformats.org/officeDocument/2006/relationships/slide" Target="slides/slide9.xml"/><Relationship Id="rId59" Type="http://schemas.openxmlformats.org/officeDocument/2006/relationships/font" Target="fonts/RobotoCondensed-boldItalic.fntdata"/><Relationship Id="rId14" Type="http://schemas.openxmlformats.org/officeDocument/2006/relationships/slide" Target="slides/slide8.xml"/><Relationship Id="rId58" Type="http://schemas.openxmlformats.org/officeDocument/2006/relationships/font" Target="fonts/RobotoCondense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59d87c84c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459d87c84c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3d38149dc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3d38149dc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3cc36db6b9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3cc36db6b9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f1c95977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f1c95977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967cd42cad_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967cd42cad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181ec7c3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9181ec7c3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f1c95977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f1c95977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da5c6970b_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3da5c6970b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040453f3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040453f3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040453f3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040453f3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fa32cdb3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afa32cdb3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cf144e6e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5cf144e6e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fa32cdb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afa32cdb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fa32cdb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afa32cdb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fa32cdb3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afa32cdb3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040453f3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040453f3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fa32cdb3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afa32cdb3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fa32cdb3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fa32cdb3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fa32cdb38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afa32cdb3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866392281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866392281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866392281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866392281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fa32cdb3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afa32cdb3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866392281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866392281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03d88203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b03d88203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03d88203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b03d88203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b03d88203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b03d88203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b03d88203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b03d88203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5f1c95977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5f1c95977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5cd5e53c4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5cd5e53c4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866392281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866392281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866392281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866392281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5cd5e53c4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5cd5e53c4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98cff04dd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98cff04dd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 of Arts" type="title">
  <p:cSld name="TITLE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243000" y="901075"/>
            <a:ext cx="30723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1" sz="6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43000" y="2836450"/>
            <a:ext cx="30723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noFill/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085069" y="1110550"/>
            <a:ext cx="2334300" cy="19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6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231500" y="3294556"/>
            <a:ext cx="3737100" cy="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4633488" y="539489"/>
            <a:ext cx="2805600" cy="19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40B9D7"/>
              </a:buClr>
              <a:buSzPts val="20000"/>
              <a:buNone/>
              <a:defRPr sz="15000">
                <a:solidFill>
                  <a:srgbClr val="40B9D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noFill/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619391" y="315111"/>
            <a:ext cx="7699200" cy="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625121" y="1089715"/>
            <a:ext cx="7802100" cy="30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ivvic"/>
              <a:buAutoNum type="arabicPeriod"/>
              <a:defRPr sz="12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alphaLcPeriod"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romanLcPeriod"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arabicPeriod"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alphaLcPeriod"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romanLcPeriod"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arabicPeriod"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alphaLcPeriod"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200"/>
              <a:buFont typeface="Roboto Condensed Light"/>
              <a:buAutoNum type="romanLcPeriod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" type="twoColTx">
  <p:cSld name="TITLE_AND_TWO_COLUMNS">
    <p:bg>
      <p:bgPr>
        <a:noFill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rot="-5400000">
            <a:off x="-383250" y="383253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618324" y="319145"/>
            <a:ext cx="27114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4156017" y="3002139"/>
            <a:ext cx="26607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5760925" y="1127681"/>
            <a:ext cx="26607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4156017" y="3322812"/>
            <a:ext cx="26607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4" type="subTitle"/>
          </p:nvPr>
        </p:nvSpPr>
        <p:spPr>
          <a:xfrm>
            <a:off x="5760925" y="1446527"/>
            <a:ext cx="2660700" cy="6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985750" y="1763900"/>
            <a:ext cx="410100" cy="410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noFill/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-5400000">
            <a:off x="-383250" y="383250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619047" y="317964"/>
            <a:ext cx="28476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p6"/>
          <p:cNvSpPr/>
          <p:nvPr/>
        </p:nvSpPr>
        <p:spPr>
          <a:xfrm>
            <a:off x="985750" y="1763900"/>
            <a:ext cx="410100" cy="410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noFill/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 rot="-5400000">
            <a:off x="4713000" y="1341228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5511093" y="1251400"/>
            <a:ext cx="2910600" cy="107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5173925" y="3120900"/>
            <a:ext cx="3247500" cy="5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" name="Google Shape;40;p7"/>
          <p:cNvSpPr/>
          <p:nvPr/>
        </p:nvSpPr>
        <p:spPr>
          <a:xfrm>
            <a:off x="5997675" y="608200"/>
            <a:ext cx="643200" cy="6432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noFill/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1027175" y="1906650"/>
            <a:ext cx="4041900" cy="14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atrick Hand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noFill/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1624725" y="2571750"/>
            <a:ext cx="4638300" cy="16476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1635775" y="924150"/>
            <a:ext cx="1668600" cy="16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1073349" y="1210475"/>
            <a:ext cx="28056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6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1938350" y="2846175"/>
            <a:ext cx="3849900" cy="11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hasCustomPrompt="1" idx="2" type="title"/>
          </p:nvPr>
        </p:nvSpPr>
        <p:spPr>
          <a:xfrm>
            <a:off x="1889450" y="76705"/>
            <a:ext cx="26802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40B9D7"/>
              </a:buClr>
              <a:buSzPts val="20000"/>
              <a:buNone/>
              <a:defRPr sz="15000">
                <a:solidFill>
                  <a:srgbClr val="40B9D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noFill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>
          <a:xfrm rot="-5400000">
            <a:off x="-383250" y="379275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>
            <a:off x="985750" y="1763900"/>
            <a:ext cx="410100" cy="410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633650" y="316423"/>
            <a:ext cx="2071500" cy="10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noFill/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918264" y="3392942"/>
            <a:ext cx="1092000" cy="1092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0" y="0"/>
            <a:ext cx="3204000" cy="3204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1"/>
          <p:cNvSpPr/>
          <p:nvPr/>
        </p:nvSpPr>
        <p:spPr>
          <a:xfrm>
            <a:off x="1578000" y="1130567"/>
            <a:ext cx="2764500" cy="2764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1046051" y="2021319"/>
            <a:ext cx="3545100" cy="19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15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0"/>
              <a:buNone/>
              <a:defRPr sz="2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subTitle"/>
          </p:nvPr>
        </p:nvSpPr>
        <p:spPr>
          <a:xfrm>
            <a:off x="4640025" y="1898479"/>
            <a:ext cx="37818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" name="Google Shape;63;p11"/>
          <p:cNvSpPr txBox="1"/>
          <p:nvPr>
            <p:ph idx="2" type="subTitle"/>
          </p:nvPr>
        </p:nvSpPr>
        <p:spPr>
          <a:xfrm>
            <a:off x="4640025" y="2214104"/>
            <a:ext cx="3781800" cy="9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1">
  <p:cSld name="MAIN_POINT_1">
    <p:bg>
      <p:bgPr>
        <a:noFill/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/>
          <p:nvPr/>
        </p:nvSpPr>
        <p:spPr>
          <a:xfrm rot="-5400000">
            <a:off x="-383250" y="379275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4685800" y="2340886"/>
            <a:ext cx="37356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2" type="subTitle"/>
          </p:nvPr>
        </p:nvSpPr>
        <p:spPr>
          <a:xfrm>
            <a:off x="4685800" y="2659012"/>
            <a:ext cx="3735600" cy="19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Montserrat"/>
              <a:buChar char="●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■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○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■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○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500"/>
              <a:buFont typeface="Montserrat"/>
              <a:buChar char="■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3" type="subTitle"/>
          </p:nvPr>
        </p:nvSpPr>
        <p:spPr>
          <a:xfrm>
            <a:off x="723298" y="2340886"/>
            <a:ext cx="37356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4" type="subTitle"/>
          </p:nvPr>
        </p:nvSpPr>
        <p:spPr>
          <a:xfrm>
            <a:off x="723225" y="2659864"/>
            <a:ext cx="3735600" cy="19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Montserrat"/>
              <a:buChar char="●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○"/>
              <a:defRPr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■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○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■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○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500"/>
              <a:buFont typeface="Montserrat"/>
              <a:buChar char="■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633640" y="316432"/>
            <a:ext cx="20715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>
            <a:off x="6819825" y="768350"/>
            <a:ext cx="1041300" cy="1035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6565461" y="562400"/>
            <a:ext cx="477600" cy="474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AND_BODY_1">
    <p:bg>
      <p:bgPr>
        <a:noFill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736825" y="3015698"/>
            <a:ext cx="19086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2" type="subTitle"/>
          </p:nvPr>
        </p:nvSpPr>
        <p:spPr>
          <a:xfrm>
            <a:off x="2645466" y="3015737"/>
            <a:ext cx="19212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3" type="subTitle"/>
          </p:nvPr>
        </p:nvSpPr>
        <p:spPr>
          <a:xfrm>
            <a:off x="4566637" y="3015737"/>
            <a:ext cx="19212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4" type="subTitle"/>
          </p:nvPr>
        </p:nvSpPr>
        <p:spPr>
          <a:xfrm>
            <a:off x="6498125" y="3015698"/>
            <a:ext cx="19110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5" type="subTitle"/>
          </p:nvPr>
        </p:nvSpPr>
        <p:spPr>
          <a:xfrm>
            <a:off x="1321775" y="2202569"/>
            <a:ext cx="7224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Gloria Hallelujah"/>
              <a:buNone/>
              <a:defRPr sz="3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6" type="subTitle"/>
          </p:nvPr>
        </p:nvSpPr>
        <p:spPr>
          <a:xfrm>
            <a:off x="3244926" y="2202569"/>
            <a:ext cx="7224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Gloria Hallelujah"/>
              <a:buNone/>
              <a:defRPr sz="3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7" type="subTitle"/>
          </p:nvPr>
        </p:nvSpPr>
        <p:spPr>
          <a:xfrm>
            <a:off x="5146488" y="2202569"/>
            <a:ext cx="7224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Gloria Hallelujah"/>
              <a:buNone/>
              <a:defRPr sz="3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8" type="subTitle"/>
          </p:nvPr>
        </p:nvSpPr>
        <p:spPr>
          <a:xfrm>
            <a:off x="7093800" y="2202569"/>
            <a:ext cx="7224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Gloria Hallelujah"/>
              <a:buNone/>
              <a:defRPr sz="3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200"/>
              <a:buFont typeface="Gloria Hallelujah"/>
              <a:buNone/>
              <a:defRPr sz="2200">
                <a:latin typeface="Gloria Hallelujah"/>
                <a:ea typeface="Gloria Hallelujah"/>
                <a:cs typeface="Gloria Hallelujah"/>
                <a:sym typeface="Gloria Hallelujah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9" type="subTitle"/>
          </p:nvPr>
        </p:nvSpPr>
        <p:spPr>
          <a:xfrm>
            <a:off x="722375" y="3630615"/>
            <a:ext cx="19212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3" type="subTitle"/>
          </p:nvPr>
        </p:nvSpPr>
        <p:spPr>
          <a:xfrm>
            <a:off x="2645537" y="3630550"/>
            <a:ext cx="19212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4" type="subTitle"/>
          </p:nvPr>
        </p:nvSpPr>
        <p:spPr>
          <a:xfrm>
            <a:off x="4566729" y="3630615"/>
            <a:ext cx="19212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5" type="subTitle"/>
          </p:nvPr>
        </p:nvSpPr>
        <p:spPr>
          <a:xfrm>
            <a:off x="6500694" y="3630531"/>
            <a:ext cx="19086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90" name="Google Shape;90;p14"/>
          <p:cNvSpPr/>
          <p:nvPr/>
        </p:nvSpPr>
        <p:spPr>
          <a:xfrm>
            <a:off x="2514500" y="443475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4361375" y="1336325"/>
            <a:ext cx="402300" cy="402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type="title"/>
          </p:nvPr>
        </p:nvSpPr>
        <p:spPr>
          <a:xfrm>
            <a:off x="161298" y="274597"/>
            <a:ext cx="2353200" cy="11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">
  <p:cSld name="SECTION_HEADER_1">
    <p:bg>
      <p:bgPr>
        <a:noFill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 rot="5400000">
            <a:off x="114900" y="2234736"/>
            <a:ext cx="2067600" cy="12537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 rot="10800000">
            <a:off x="188971" y="1496715"/>
            <a:ext cx="664200" cy="6642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7671625" y="3682475"/>
            <a:ext cx="1500000" cy="148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0" y="0"/>
            <a:ext cx="1500000" cy="53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two columns">
  <p:cSld name="TITLE_AND_TWO_COLUMNS_1_1">
    <p:bg>
      <p:bgPr>
        <a:noFill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633878" y="316625"/>
            <a:ext cx="2894700" cy="10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1" type="subTitle"/>
          </p:nvPr>
        </p:nvSpPr>
        <p:spPr>
          <a:xfrm>
            <a:off x="5516915" y="3569075"/>
            <a:ext cx="25770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3" name="Google Shape;103;p16"/>
          <p:cNvSpPr txBox="1"/>
          <p:nvPr>
            <p:ph idx="2" type="subTitle"/>
          </p:nvPr>
        </p:nvSpPr>
        <p:spPr>
          <a:xfrm>
            <a:off x="5516917" y="3893673"/>
            <a:ext cx="25770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idx="3" type="subTitle"/>
          </p:nvPr>
        </p:nvSpPr>
        <p:spPr>
          <a:xfrm>
            <a:off x="612175" y="3321215"/>
            <a:ext cx="3484200" cy="11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4" type="subTitle"/>
          </p:nvPr>
        </p:nvSpPr>
        <p:spPr>
          <a:xfrm>
            <a:off x="5516938" y="1427200"/>
            <a:ext cx="25770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5" type="subTitle"/>
          </p:nvPr>
        </p:nvSpPr>
        <p:spPr>
          <a:xfrm>
            <a:off x="5516901" y="1751754"/>
            <a:ext cx="25770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7" name="Google Shape;107;p16"/>
          <p:cNvSpPr/>
          <p:nvPr/>
        </p:nvSpPr>
        <p:spPr>
          <a:xfrm rot="-5400000">
            <a:off x="-383250" y="383253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985750" y="1763900"/>
            <a:ext cx="410100" cy="410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3">
  <p:cSld name="TITLE_AND_TWO_COLUMNS_1_1_1">
    <p:bg>
      <p:bgPr>
        <a:noFill/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2514500" y="443475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722374" y="3281968"/>
            <a:ext cx="22356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b="1" sz="17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2" type="subTitle"/>
          </p:nvPr>
        </p:nvSpPr>
        <p:spPr>
          <a:xfrm>
            <a:off x="722400" y="3627892"/>
            <a:ext cx="22356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3" type="subTitle"/>
          </p:nvPr>
        </p:nvSpPr>
        <p:spPr>
          <a:xfrm>
            <a:off x="3454801" y="3281968"/>
            <a:ext cx="22356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b="1" sz="17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4" type="subTitle"/>
          </p:nvPr>
        </p:nvSpPr>
        <p:spPr>
          <a:xfrm>
            <a:off x="3454801" y="3639392"/>
            <a:ext cx="22356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16" name="Google Shape;116;p17"/>
          <p:cNvSpPr txBox="1"/>
          <p:nvPr>
            <p:ph idx="5" type="subTitle"/>
          </p:nvPr>
        </p:nvSpPr>
        <p:spPr>
          <a:xfrm>
            <a:off x="6186025" y="3281968"/>
            <a:ext cx="22344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b="1" sz="17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17" name="Google Shape;117;p17"/>
          <p:cNvSpPr txBox="1"/>
          <p:nvPr>
            <p:ph idx="6" type="subTitle"/>
          </p:nvPr>
        </p:nvSpPr>
        <p:spPr>
          <a:xfrm>
            <a:off x="6187231" y="3639390"/>
            <a:ext cx="22344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hasCustomPrompt="1" type="title"/>
          </p:nvPr>
        </p:nvSpPr>
        <p:spPr>
          <a:xfrm>
            <a:off x="1418844" y="2426604"/>
            <a:ext cx="842700" cy="5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9" name="Google Shape;119;p17"/>
          <p:cNvSpPr txBox="1"/>
          <p:nvPr>
            <p:ph hasCustomPrompt="1" idx="7" type="title"/>
          </p:nvPr>
        </p:nvSpPr>
        <p:spPr>
          <a:xfrm>
            <a:off x="4151244" y="2428304"/>
            <a:ext cx="842700" cy="5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20" name="Google Shape;120;p17"/>
          <p:cNvSpPr txBox="1"/>
          <p:nvPr>
            <p:ph hasCustomPrompt="1" idx="8" type="title"/>
          </p:nvPr>
        </p:nvSpPr>
        <p:spPr>
          <a:xfrm>
            <a:off x="6883644" y="2426604"/>
            <a:ext cx="842700" cy="5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21" name="Google Shape;121;p17"/>
          <p:cNvSpPr txBox="1"/>
          <p:nvPr>
            <p:ph idx="9" type="title"/>
          </p:nvPr>
        </p:nvSpPr>
        <p:spPr>
          <a:xfrm>
            <a:off x="629898" y="312197"/>
            <a:ext cx="2353200" cy="11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4361375" y="1336325"/>
            <a:ext cx="402300" cy="402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text">
  <p:cSld name="TITLE_AND_TWO_COLUMNS_1_1_1_1">
    <p:bg>
      <p:bgPr>
        <a:noFill/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 rot="-5400000">
            <a:off x="-247800" y="247800"/>
            <a:ext cx="1947000" cy="14514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6" name="Google Shape;126;p18"/>
          <p:cNvSpPr txBox="1"/>
          <p:nvPr>
            <p:ph type="title"/>
          </p:nvPr>
        </p:nvSpPr>
        <p:spPr>
          <a:xfrm>
            <a:off x="612961" y="315240"/>
            <a:ext cx="2563800" cy="12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618829" y="2882175"/>
            <a:ext cx="28068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2" type="subTitle"/>
          </p:nvPr>
        </p:nvSpPr>
        <p:spPr>
          <a:xfrm>
            <a:off x="618860" y="3199493"/>
            <a:ext cx="2806800" cy="6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9" name="Google Shape;129;p18"/>
          <p:cNvSpPr/>
          <p:nvPr/>
        </p:nvSpPr>
        <p:spPr>
          <a:xfrm>
            <a:off x="985750" y="1763900"/>
            <a:ext cx="410100" cy="410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">
  <p:cSld name="TITLE_AND_TWO_COLUMNS_1_1_2">
    <p:bg>
      <p:bgPr>
        <a:noFill/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2514600" y="443475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endParaRPr/>
          </a:p>
        </p:txBody>
      </p:sp>
      <p:sp>
        <p:nvSpPr>
          <p:cNvPr id="133" name="Google Shape;133;p19"/>
          <p:cNvSpPr txBox="1"/>
          <p:nvPr>
            <p:ph type="title"/>
          </p:nvPr>
        </p:nvSpPr>
        <p:spPr>
          <a:xfrm>
            <a:off x="618574" y="319854"/>
            <a:ext cx="30816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" type="subTitle"/>
          </p:nvPr>
        </p:nvSpPr>
        <p:spPr>
          <a:xfrm>
            <a:off x="6420325" y="3504676"/>
            <a:ext cx="20013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2" type="subTitle"/>
          </p:nvPr>
        </p:nvSpPr>
        <p:spPr>
          <a:xfrm>
            <a:off x="6121832" y="3825122"/>
            <a:ext cx="22998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3" type="subTitle"/>
          </p:nvPr>
        </p:nvSpPr>
        <p:spPr>
          <a:xfrm>
            <a:off x="917675" y="3504698"/>
            <a:ext cx="20013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4" type="subTitle"/>
          </p:nvPr>
        </p:nvSpPr>
        <p:spPr>
          <a:xfrm>
            <a:off x="619055" y="3825126"/>
            <a:ext cx="22998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5" type="subTitle"/>
          </p:nvPr>
        </p:nvSpPr>
        <p:spPr>
          <a:xfrm>
            <a:off x="3796524" y="3504678"/>
            <a:ext cx="20013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6" type="subTitle"/>
          </p:nvPr>
        </p:nvSpPr>
        <p:spPr>
          <a:xfrm>
            <a:off x="3497976" y="3825120"/>
            <a:ext cx="22998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7" type="subTitle"/>
          </p:nvPr>
        </p:nvSpPr>
        <p:spPr>
          <a:xfrm>
            <a:off x="6420325" y="2308300"/>
            <a:ext cx="20013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8" type="subTitle"/>
          </p:nvPr>
        </p:nvSpPr>
        <p:spPr>
          <a:xfrm>
            <a:off x="6121832" y="2627840"/>
            <a:ext cx="22998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2" name="Google Shape;142;p19"/>
          <p:cNvSpPr txBox="1"/>
          <p:nvPr>
            <p:ph idx="9" type="subTitle"/>
          </p:nvPr>
        </p:nvSpPr>
        <p:spPr>
          <a:xfrm>
            <a:off x="917675" y="2308325"/>
            <a:ext cx="20013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3" name="Google Shape;143;p19"/>
          <p:cNvSpPr txBox="1"/>
          <p:nvPr>
            <p:ph idx="13" type="subTitle"/>
          </p:nvPr>
        </p:nvSpPr>
        <p:spPr>
          <a:xfrm>
            <a:off x="619055" y="2627858"/>
            <a:ext cx="22998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4" name="Google Shape;144;p19"/>
          <p:cNvSpPr txBox="1"/>
          <p:nvPr>
            <p:ph idx="14" type="subTitle"/>
          </p:nvPr>
        </p:nvSpPr>
        <p:spPr>
          <a:xfrm>
            <a:off x="3796524" y="2308300"/>
            <a:ext cx="20013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5" name="Google Shape;145;p19"/>
          <p:cNvSpPr txBox="1"/>
          <p:nvPr>
            <p:ph idx="15" type="subTitle"/>
          </p:nvPr>
        </p:nvSpPr>
        <p:spPr>
          <a:xfrm>
            <a:off x="3497976" y="2627833"/>
            <a:ext cx="22998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19"/>
          <p:cNvSpPr/>
          <p:nvPr/>
        </p:nvSpPr>
        <p:spPr>
          <a:xfrm>
            <a:off x="4361375" y="1336325"/>
            <a:ext cx="402300" cy="402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three columns">
  <p:cSld name="TITLE_AND_BODY_2">
    <p:bg>
      <p:bgPr>
        <a:noFill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 rot="-5400000">
            <a:off x="4106700" y="-4110575"/>
            <a:ext cx="928800" cy="91422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1362275" y="2088150"/>
            <a:ext cx="1902900" cy="229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3611874" y="2088150"/>
            <a:ext cx="1902900" cy="229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5873000" y="2088150"/>
            <a:ext cx="1902900" cy="229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 txBox="1"/>
          <p:nvPr>
            <p:ph type="title"/>
          </p:nvPr>
        </p:nvSpPr>
        <p:spPr>
          <a:xfrm>
            <a:off x="624000" y="318750"/>
            <a:ext cx="1627500" cy="11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idx="1" type="subTitle"/>
          </p:nvPr>
        </p:nvSpPr>
        <p:spPr>
          <a:xfrm>
            <a:off x="1481186" y="2935648"/>
            <a:ext cx="16992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2" type="subTitle"/>
          </p:nvPr>
        </p:nvSpPr>
        <p:spPr>
          <a:xfrm>
            <a:off x="3713725" y="2935648"/>
            <a:ext cx="16992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3" type="subTitle"/>
          </p:nvPr>
        </p:nvSpPr>
        <p:spPr>
          <a:xfrm>
            <a:off x="5963442" y="2935648"/>
            <a:ext cx="1699200" cy="3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4" type="subTitle"/>
          </p:nvPr>
        </p:nvSpPr>
        <p:spPr>
          <a:xfrm>
            <a:off x="4147975" y="705716"/>
            <a:ext cx="4273800" cy="6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5" type="subTitle"/>
          </p:nvPr>
        </p:nvSpPr>
        <p:spPr>
          <a:xfrm>
            <a:off x="1481200" y="3254975"/>
            <a:ext cx="1699200" cy="9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6" type="subTitle"/>
          </p:nvPr>
        </p:nvSpPr>
        <p:spPr>
          <a:xfrm>
            <a:off x="3713675" y="3254975"/>
            <a:ext cx="1699200" cy="9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7" type="subTitle"/>
          </p:nvPr>
        </p:nvSpPr>
        <p:spPr>
          <a:xfrm>
            <a:off x="5963612" y="3253350"/>
            <a:ext cx="1699200" cy="9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4">
  <p:cSld name="TITLE_AND_TWO_COLUMNS_1_1_3">
    <p:bg>
      <p:bgPr>
        <a:noFill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0" y="2116000"/>
            <a:ext cx="3049800" cy="3027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6087300" y="2116000"/>
            <a:ext cx="3049800" cy="3027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2514500" y="443475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6" name="Google Shape;166;p21"/>
          <p:cNvSpPr txBox="1"/>
          <p:nvPr>
            <p:ph type="title"/>
          </p:nvPr>
        </p:nvSpPr>
        <p:spPr>
          <a:xfrm>
            <a:off x="619047" y="318788"/>
            <a:ext cx="3391800" cy="10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1" type="subTitle"/>
          </p:nvPr>
        </p:nvSpPr>
        <p:spPr>
          <a:xfrm>
            <a:off x="3690012" y="3171795"/>
            <a:ext cx="17571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2" type="subTitle"/>
          </p:nvPr>
        </p:nvSpPr>
        <p:spPr>
          <a:xfrm>
            <a:off x="3690010" y="3499218"/>
            <a:ext cx="1757100" cy="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3" type="subTitle"/>
          </p:nvPr>
        </p:nvSpPr>
        <p:spPr>
          <a:xfrm>
            <a:off x="613800" y="3174774"/>
            <a:ext cx="17571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4" type="subTitle"/>
          </p:nvPr>
        </p:nvSpPr>
        <p:spPr>
          <a:xfrm>
            <a:off x="613625" y="3495810"/>
            <a:ext cx="1757100" cy="8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5" type="subTitle"/>
          </p:nvPr>
        </p:nvSpPr>
        <p:spPr>
          <a:xfrm>
            <a:off x="6767159" y="3479196"/>
            <a:ext cx="17571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6" type="subTitle"/>
          </p:nvPr>
        </p:nvSpPr>
        <p:spPr>
          <a:xfrm>
            <a:off x="6767129" y="3794675"/>
            <a:ext cx="1757100" cy="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7" type="subTitle"/>
          </p:nvPr>
        </p:nvSpPr>
        <p:spPr>
          <a:xfrm>
            <a:off x="4132673" y="2693854"/>
            <a:ext cx="807600" cy="8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3000"/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74" name="Google Shape;174;p21"/>
          <p:cNvSpPr txBox="1"/>
          <p:nvPr>
            <p:ph idx="8" type="subTitle"/>
          </p:nvPr>
        </p:nvSpPr>
        <p:spPr>
          <a:xfrm>
            <a:off x="7214954" y="2693854"/>
            <a:ext cx="807600" cy="8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3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9" type="subTitle"/>
          </p:nvPr>
        </p:nvSpPr>
        <p:spPr>
          <a:xfrm>
            <a:off x="1088375" y="2693854"/>
            <a:ext cx="807600" cy="8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1" sz="3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numbers">
  <p:cSld name="BIG_NUMBER_1">
    <p:bg>
      <p:bgPr>
        <a:noFill/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/>
          <p:nvPr/>
        </p:nvSpPr>
        <p:spPr>
          <a:xfrm rot="-5400000">
            <a:off x="3597600" y="-3601575"/>
            <a:ext cx="1947000" cy="91422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79" name="Google Shape;179;p22"/>
          <p:cNvSpPr txBox="1"/>
          <p:nvPr>
            <p:ph idx="1" type="subTitle"/>
          </p:nvPr>
        </p:nvSpPr>
        <p:spPr>
          <a:xfrm>
            <a:off x="623289" y="2982593"/>
            <a:ext cx="22356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b="1" sz="17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2" type="subTitle"/>
          </p:nvPr>
        </p:nvSpPr>
        <p:spPr>
          <a:xfrm>
            <a:off x="623315" y="3285135"/>
            <a:ext cx="2235600" cy="11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1" name="Google Shape;181;p22"/>
          <p:cNvSpPr txBox="1"/>
          <p:nvPr>
            <p:ph idx="3" type="subTitle"/>
          </p:nvPr>
        </p:nvSpPr>
        <p:spPr>
          <a:xfrm>
            <a:off x="3349994" y="2982593"/>
            <a:ext cx="22356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b="1" sz="17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4" type="subTitle"/>
          </p:nvPr>
        </p:nvSpPr>
        <p:spPr>
          <a:xfrm>
            <a:off x="3349993" y="3296635"/>
            <a:ext cx="2235600" cy="11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3" name="Google Shape;183;p22"/>
          <p:cNvSpPr txBox="1"/>
          <p:nvPr>
            <p:ph idx="5" type="subTitle"/>
          </p:nvPr>
        </p:nvSpPr>
        <p:spPr>
          <a:xfrm>
            <a:off x="6081218" y="2982593"/>
            <a:ext cx="22344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b="1" sz="17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6" type="subTitle"/>
          </p:nvPr>
        </p:nvSpPr>
        <p:spPr>
          <a:xfrm>
            <a:off x="6082418" y="3296592"/>
            <a:ext cx="2234400" cy="11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sz="1500">
                <a:solidFill>
                  <a:schemeClr val="accent4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5" name="Google Shape;185;p22"/>
          <p:cNvSpPr txBox="1"/>
          <p:nvPr>
            <p:ph hasCustomPrompt="1" type="title"/>
          </p:nvPr>
        </p:nvSpPr>
        <p:spPr>
          <a:xfrm>
            <a:off x="723448" y="2285051"/>
            <a:ext cx="2234400" cy="5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86" name="Google Shape;186;p22"/>
          <p:cNvSpPr txBox="1"/>
          <p:nvPr>
            <p:ph hasCustomPrompt="1" idx="7" type="title"/>
          </p:nvPr>
        </p:nvSpPr>
        <p:spPr>
          <a:xfrm>
            <a:off x="3454798" y="2286751"/>
            <a:ext cx="2234400" cy="5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87" name="Google Shape;187;p22"/>
          <p:cNvSpPr txBox="1"/>
          <p:nvPr>
            <p:ph hasCustomPrompt="1" idx="8" type="title"/>
          </p:nvPr>
        </p:nvSpPr>
        <p:spPr>
          <a:xfrm>
            <a:off x="6185898" y="2285051"/>
            <a:ext cx="2234400" cy="5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88" name="Google Shape;188;p22"/>
          <p:cNvSpPr txBox="1"/>
          <p:nvPr>
            <p:ph idx="9" type="title"/>
          </p:nvPr>
        </p:nvSpPr>
        <p:spPr>
          <a:xfrm>
            <a:off x="618574" y="316625"/>
            <a:ext cx="1953300" cy="10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5">
  <p:cSld name="TITLE_AND_TWO_COLUMNS_1_2">
    <p:bg>
      <p:bgPr>
        <a:noFill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idx="1" type="subTitle"/>
          </p:nvPr>
        </p:nvSpPr>
        <p:spPr>
          <a:xfrm>
            <a:off x="6903007" y="3501969"/>
            <a:ext cx="15180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2" type="subTitle"/>
          </p:nvPr>
        </p:nvSpPr>
        <p:spPr>
          <a:xfrm>
            <a:off x="6903024" y="3818558"/>
            <a:ext cx="15180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3" type="subTitle"/>
          </p:nvPr>
        </p:nvSpPr>
        <p:spPr>
          <a:xfrm>
            <a:off x="3441301" y="3501969"/>
            <a:ext cx="15180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4" type="subTitle"/>
          </p:nvPr>
        </p:nvSpPr>
        <p:spPr>
          <a:xfrm>
            <a:off x="3441294" y="3819178"/>
            <a:ext cx="15180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5" type="subTitle"/>
          </p:nvPr>
        </p:nvSpPr>
        <p:spPr>
          <a:xfrm>
            <a:off x="5172154" y="3501969"/>
            <a:ext cx="1518000" cy="3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6" type="subTitle"/>
          </p:nvPr>
        </p:nvSpPr>
        <p:spPr>
          <a:xfrm>
            <a:off x="5172169" y="3813077"/>
            <a:ext cx="1518000" cy="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7" name="Google Shape;197;p23"/>
          <p:cNvSpPr/>
          <p:nvPr/>
        </p:nvSpPr>
        <p:spPr>
          <a:xfrm rot="-5400000">
            <a:off x="-383250" y="379275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8" name="Google Shape;198;p23"/>
          <p:cNvSpPr txBox="1"/>
          <p:nvPr>
            <p:ph type="title"/>
          </p:nvPr>
        </p:nvSpPr>
        <p:spPr>
          <a:xfrm>
            <a:off x="633650" y="316425"/>
            <a:ext cx="21282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4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99" name="Google Shape;199;p23"/>
          <p:cNvSpPr txBox="1"/>
          <p:nvPr>
            <p:ph idx="7" type="subTitle"/>
          </p:nvPr>
        </p:nvSpPr>
        <p:spPr>
          <a:xfrm>
            <a:off x="633550" y="2441715"/>
            <a:ext cx="2236500" cy="8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200" name="Google Shape;200;p23"/>
          <p:cNvSpPr/>
          <p:nvPr/>
        </p:nvSpPr>
        <p:spPr>
          <a:xfrm>
            <a:off x="985750" y="1763900"/>
            <a:ext cx="410100" cy="410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centajes">
  <p:cSld name="TITLE_ONLY_2">
    <p:bg>
      <p:bgPr>
        <a:noFill/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/>
          <p:nvPr/>
        </p:nvSpPr>
        <p:spPr>
          <a:xfrm rot="-5400000">
            <a:off x="3597600" y="-3601575"/>
            <a:ext cx="1947000" cy="91422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04" name="Google Shape;204;p24"/>
          <p:cNvSpPr txBox="1"/>
          <p:nvPr>
            <p:ph type="title"/>
          </p:nvPr>
        </p:nvSpPr>
        <p:spPr>
          <a:xfrm>
            <a:off x="624472" y="316781"/>
            <a:ext cx="25710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05" name="Google Shape;205;p24"/>
          <p:cNvSpPr txBox="1"/>
          <p:nvPr>
            <p:ph hasCustomPrompt="1" idx="2" type="title"/>
          </p:nvPr>
        </p:nvSpPr>
        <p:spPr>
          <a:xfrm>
            <a:off x="722375" y="2693771"/>
            <a:ext cx="1841100" cy="4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/>
          <p:nvPr>
            <p:ph hasCustomPrompt="1" idx="3" type="title"/>
          </p:nvPr>
        </p:nvSpPr>
        <p:spPr>
          <a:xfrm>
            <a:off x="2680325" y="2693771"/>
            <a:ext cx="1841100" cy="4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207" name="Google Shape;207;p24"/>
          <p:cNvSpPr txBox="1"/>
          <p:nvPr>
            <p:ph hasCustomPrompt="1" idx="4" type="title"/>
          </p:nvPr>
        </p:nvSpPr>
        <p:spPr>
          <a:xfrm>
            <a:off x="4638275" y="2693771"/>
            <a:ext cx="1841100" cy="4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208" name="Google Shape;208;p24"/>
          <p:cNvSpPr txBox="1"/>
          <p:nvPr>
            <p:ph hasCustomPrompt="1" idx="5" type="title"/>
          </p:nvPr>
        </p:nvSpPr>
        <p:spPr>
          <a:xfrm>
            <a:off x="6596225" y="2693771"/>
            <a:ext cx="1841100" cy="4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/>
          <p:nvPr>
            <p:ph idx="1" type="subTitle"/>
          </p:nvPr>
        </p:nvSpPr>
        <p:spPr>
          <a:xfrm>
            <a:off x="707075" y="3498000"/>
            <a:ext cx="1871700" cy="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210" name="Google Shape;210;p24"/>
          <p:cNvSpPr txBox="1"/>
          <p:nvPr>
            <p:ph idx="6" type="subTitle"/>
          </p:nvPr>
        </p:nvSpPr>
        <p:spPr>
          <a:xfrm>
            <a:off x="2665038" y="3498000"/>
            <a:ext cx="1871700" cy="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211" name="Google Shape;211;p24"/>
          <p:cNvSpPr txBox="1"/>
          <p:nvPr>
            <p:ph idx="7" type="subTitle"/>
          </p:nvPr>
        </p:nvSpPr>
        <p:spPr>
          <a:xfrm>
            <a:off x="4601975" y="3498000"/>
            <a:ext cx="1871700" cy="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212" name="Google Shape;212;p24"/>
          <p:cNvSpPr txBox="1"/>
          <p:nvPr>
            <p:ph idx="8" type="subTitle"/>
          </p:nvPr>
        </p:nvSpPr>
        <p:spPr>
          <a:xfrm>
            <a:off x="6538900" y="3498000"/>
            <a:ext cx="1871700" cy="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213" name="Google Shape;213;p24"/>
          <p:cNvSpPr txBox="1"/>
          <p:nvPr>
            <p:ph idx="9" type="subTitle"/>
          </p:nvPr>
        </p:nvSpPr>
        <p:spPr>
          <a:xfrm>
            <a:off x="728625" y="3827225"/>
            <a:ext cx="18717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214" name="Google Shape;214;p24"/>
          <p:cNvSpPr txBox="1"/>
          <p:nvPr>
            <p:ph idx="13" type="subTitle"/>
          </p:nvPr>
        </p:nvSpPr>
        <p:spPr>
          <a:xfrm>
            <a:off x="2665300" y="3827225"/>
            <a:ext cx="18717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215" name="Google Shape;215;p24"/>
          <p:cNvSpPr txBox="1"/>
          <p:nvPr>
            <p:ph idx="14" type="subTitle"/>
          </p:nvPr>
        </p:nvSpPr>
        <p:spPr>
          <a:xfrm>
            <a:off x="4602100" y="3827225"/>
            <a:ext cx="18717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216" name="Google Shape;216;p24"/>
          <p:cNvSpPr txBox="1"/>
          <p:nvPr>
            <p:ph idx="15" type="subTitle"/>
          </p:nvPr>
        </p:nvSpPr>
        <p:spPr>
          <a:xfrm>
            <a:off x="6538900" y="3827225"/>
            <a:ext cx="18717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  <p:sp>
        <p:nvSpPr>
          <p:cNvPr id="217" name="Google Shape;21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BIG_NUMBER_1_1">
    <p:bg>
      <p:bgPr>
        <a:noFill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idx="1" type="subTitle"/>
          </p:nvPr>
        </p:nvSpPr>
        <p:spPr>
          <a:xfrm>
            <a:off x="624615" y="3507184"/>
            <a:ext cx="3178500" cy="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0" name="Google Shape;220;p25"/>
          <p:cNvSpPr txBox="1"/>
          <p:nvPr>
            <p:ph idx="2" type="subTitle"/>
          </p:nvPr>
        </p:nvSpPr>
        <p:spPr>
          <a:xfrm>
            <a:off x="624755" y="3805255"/>
            <a:ext cx="3178500" cy="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1" name="Google Shape;221;p25"/>
          <p:cNvSpPr txBox="1"/>
          <p:nvPr>
            <p:ph idx="3" type="subTitle"/>
          </p:nvPr>
        </p:nvSpPr>
        <p:spPr>
          <a:xfrm>
            <a:off x="624475" y="2481505"/>
            <a:ext cx="3178500" cy="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2" name="Google Shape;222;p25"/>
          <p:cNvSpPr txBox="1"/>
          <p:nvPr>
            <p:ph idx="4" type="subTitle"/>
          </p:nvPr>
        </p:nvSpPr>
        <p:spPr>
          <a:xfrm>
            <a:off x="624475" y="2806704"/>
            <a:ext cx="3178500" cy="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sz="1500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3" name="Google Shape;223;p25"/>
          <p:cNvSpPr/>
          <p:nvPr/>
        </p:nvSpPr>
        <p:spPr>
          <a:xfrm rot="-5400000">
            <a:off x="-383250" y="383250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4" name="Google Shape;224;p25"/>
          <p:cNvSpPr txBox="1"/>
          <p:nvPr>
            <p:ph type="title"/>
          </p:nvPr>
        </p:nvSpPr>
        <p:spPr>
          <a:xfrm>
            <a:off x="619047" y="316781"/>
            <a:ext cx="28476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5" name="Google Shape;225;p25"/>
          <p:cNvSpPr/>
          <p:nvPr/>
        </p:nvSpPr>
        <p:spPr>
          <a:xfrm>
            <a:off x="985750" y="1763900"/>
            <a:ext cx="410100" cy="410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TITLE_AND_TWO_COLUMNS_1_3">
    <p:bg>
      <p:bgPr>
        <a:noFill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/>
          <p:nvPr/>
        </p:nvSpPr>
        <p:spPr>
          <a:xfrm>
            <a:off x="2514500" y="291075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9" name="Google Shape;229;p26"/>
          <p:cNvSpPr txBox="1"/>
          <p:nvPr>
            <p:ph type="title"/>
          </p:nvPr>
        </p:nvSpPr>
        <p:spPr>
          <a:xfrm>
            <a:off x="610949" y="316744"/>
            <a:ext cx="2741700" cy="7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0" name="Google Shape;230;p26"/>
          <p:cNvSpPr/>
          <p:nvPr/>
        </p:nvSpPr>
        <p:spPr>
          <a:xfrm>
            <a:off x="3992904" y="137199"/>
            <a:ext cx="402300" cy="402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>
            <a:off x="0" y="0"/>
            <a:ext cx="1486200" cy="53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ONLY_2_1">
    <p:bg>
      <p:bgPr>
        <a:noFill/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/>
          <p:nvPr/>
        </p:nvSpPr>
        <p:spPr>
          <a:xfrm rot="-5400000">
            <a:off x="3285275" y="-3290700"/>
            <a:ext cx="2566200" cy="91476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5" name="Google Shape;235;p27"/>
          <p:cNvSpPr txBox="1"/>
          <p:nvPr>
            <p:ph type="title"/>
          </p:nvPr>
        </p:nvSpPr>
        <p:spPr>
          <a:xfrm>
            <a:off x="722375" y="447855"/>
            <a:ext cx="769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6" name="Google Shape;236;p27"/>
          <p:cNvSpPr txBox="1"/>
          <p:nvPr>
            <p:ph idx="1" type="subTitle"/>
          </p:nvPr>
        </p:nvSpPr>
        <p:spPr>
          <a:xfrm>
            <a:off x="2638625" y="1137675"/>
            <a:ext cx="38667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sz="1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7" name="Google Shape;237;p27"/>
          <p:cNvSpPr txBox="1"/>
          <p:nvPr>
            <p:ph idx="2" type="subTitle"/>
          </p:nvPr>
        </p:nvSpPr>
        <p:spPr>
          <a:xfrm>
            <a:off x="3289800" y="1522900"/>
            <a:ext cx="2564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8" name="Google Shape;238;p27"/>
          <p:cNvSpPr txBox="1"/>
          <p:nvPr>
            <p:ph idx="3" type="subTitle"/>
          </p:nvPr>
        </p:nvSpPr>
        <p:spPr>
          <a:xfrm>
            <a:off x="1177875" y="4332300"/>
            <a:ext cx="6503400" cy="3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9" name="Google Shape;23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2">
  <p:cSld name="TITLE_ONLY_1">
    <p:bg>
      <p:bgPr>
        <a:noFill/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/>
          <p:nvPr/>
        </p:nvSpPr>
        <p:spPr>
          <a:xfrm rot="-5400000">
            <a:off x="3898200" y="-3898875"/>
            <a:ext cx="1347600" cy="91422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42" name="Google Shape;242;p28"/>
          <p:cNvSpPr txBox="1"/>
          <p:nvPr>
            <p:ph type="title"/>
          </p:nvPr>
        </p:nvSpPr>
        <p:spPr>
          <a:xfrm>
            <a:off x="629424" y="318095"/>
            <a:ext cx="1979700" cy="12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3" name="Google Shape;24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s points">
  <p:cSld name="TITLE_ONLY_1_2">
    <p:bg>
      <p:bgPr>
        <a:noFill/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 rot="-5400000">
            <a:off x="-383250" y="383250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46" name="Google Shape;246;p29"/>
          <p:cNvSpPr txBox="1"/>
          <p:nvPr>
            <p:ph type="title"/>
          </p:nvPr>
        </p:nvSpPr>
        <p:spPr>
          <a:xfrm>
            <a:off x="629838" y="316210"/>
            <a:ext cx="7699200" cy="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7" name="Google Shape;247;p29"/>
          <p:cNvSpPr txBox="1"/>
          <p:nvPr>
            <p:ph idx="1" type="subTitle"/>
          </p:nvPr>
        </p:nvSpPr>
        <p:spPr>
          <a:xfrm>
            <a:off x="1454075" y="1386950"/>
            <a:ext cx="69681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 b="1" sz="12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5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8" name="Google Shape;248;p29"/>
          <p:cNvSpPr txBox="1"/>
          <p:nvPr>
            <p:ph idx="2" type="body"/>
          </p:nvPr>
        </p:nvSpPr>
        <p:spPr>
          <a:xfrm>
            <a:off x="1458036" y="1756000"/>
            <a:ext cx="6968100" cy="28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sz="1200">
                <a:solidFill>
                  <a:schemeClr val="accent4"/>
                </a:solidFill>
              </a:defRPr>
            </a:lvl1pPr>
            <a:lvl2pPr indent="-323850" lvl="1" marL="914400">
              <a:spcBef>
                <a:spcPts val="1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4"/>
                </a:solidFill>
              </a:defRPr>
            </a:lvl2pPr>
            <a:lvl3pPr indent="-32385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4"/>
                </a:solidFill>
              </a:defRPr>
            </a:lvl3pPr>
            <a:lvl4pPr indent="-32385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4"/>
                </a:solidFill>
              </a:defRPr>
            </a:lvl4pPr>
            <a:lvl5pPr indent="-32385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4"/>
                </a:solidFill>
              </a:defRPr>
            </a:lvl5pPr>
            <a:lvl6pPr indent="-32385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4"/>
                </a:solidFill>
              </a:defRPr>
            </a:lvl6pPr>
            <a:lvl7pPr indent="-32385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solidFill>
                  <a:schemeClr val="accent4"/>
                </a:solidFill>
              </a:defRPr>
            </a:lvl7pPr>
            <a:lvl8pPr indent="-32385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  <a:defRPr>
                <a:solidFill>
                  <a:schemeClr val="accent4"/>
                </a:solidFill>
              </a:defRPr>
            </a:lvl8pPr>
            <a:lvl9pPr indent="-32385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5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9" name="Google Shape;24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">
    <p:bg>
      <p:bgPr>
        <a:noFill/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/>
          <p:nvPr/>
        </p:nvSpPr>
        <p:spPr>
          <a:xfrm rot="-5400000">
            <a:off x="3597600" y="-3601575"/>
            <a:ext cx="1947000" cy="91422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2" name="Google Shape;25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">
    <p:bg>
      <p:bgPr>
        <a:noFill/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/>
          <p:nvPr/>
        </p:nvSpPr>
        <p:spPr>
          <a:xfrm rot="-5400000">
            <a:off x="4280850" y="285475"/>
            <a:ext cx="5152500" cy="45738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5" name="Google Shape;255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">
    <p:bg>
      <p:bgPr>
        <a:noFill/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/>
          <p:nvPr/>
        </p:nvSpPr>
        <p:spPr>
          <a:xfrm rot="-5400000">
            <a:off x="-383250" y="383250"/>
            <a:ext cx="1947000" cy="1180500"/>
          </a:xfrm>
          <a:prstGeom prst="rect">
            <a:avLst/>
          </a:prstGeom>
          <a:solidFill>
            <a:srgbClr val="40B9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8" name="Google Shape;258;p32"/>
          <p:cNvSpPr/>
          <p:nvPr/>
        </p:nvSpPr>
        <p:spPr>
          <a:xfrm>
            <a:off x="985750" y="1763900"/>
            <a:ext cx="410100" cy="410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Bebas Neue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Bebas Neue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Bebas Neue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Bebas Neue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Bebas Neue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Bebas Neue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Bebas Neue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Bebas Neue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Font typeface="Bebas Neue"/>
              <a:buNone/>
              <a:defRPr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○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■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○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■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○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500"/>
              <a:buFont typeface="Montserrat"/>
              <a:buChar char="■"/>
              <a:defRPr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5">
          <p15:clr>
            <a:srgbClr val="EA4335"/>
          </p15:clr>
        </p15:guide>
        <p15:guide id="2" pos="5305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www.kaggle.com/datasets/adilshamim8/student-depression-dataset" TargetMode="External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41.png"/><Relationship Id="rId6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36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6.png"/><Relationship Id="rId6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icon-icons.com/" TargetMode="External"/><Relationship Id="rId5" Type="http://schemas.openxmlformats.org/officeDocument/2006/relationships/hyperlink" Target="https://github.com/Dangalcan/depresset" TargetMode="External"/><Relationship Id="rId6" Type="http://schemas.openxmlformats.org/officeDocument/2006/relationships/image" Target="../media/image40.png"/><Relationship Id="rId7" Type="http://schemas.openxmlformats.org/officeDocument/2006/relationships/hyperlink" Target="https://www.kaggle.com/datasets/adilshamim8/student-depression-dataset" TargetMode="External"/><Relationship Id="rId8" Type="http://schemas.openxmlformats.org/officeDocument/2006/relationships/image" Target="../media/image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fonts.google.com/specimen/Montserrat" TargetMode="External"/><Relationship Id="rId4" Type="http://schemas.openxmlformats.org/officeDocument/2006/relationships/hyperlink" Target="https://fonts.google.com/specimen/Bebas+Ne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/>
        </p:nvSpPr>
        <p:spPr>
          <a:xfrm>
            <a:off x="-214808" y="915749"/>
            <a:ext cx="35526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2B5FC"/>
                </a:solidFill>
                <a:latin typeface="Bebas Neue"/>
                <a:ea typeface="Bebas Neue"/>
                <a:cs typeface="Bebas Neue"/>
                <a:sym typeface="Bebas Neue"/>
              </a:rPr>
              <a:t>Honrando memorias</a:t>
            </a:r>
            <a:endParaRPr sz="2900">
              <a:solidFill>
                <a:srgbClr val="42B5FC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71" name="Google Shape;271;p35" title="etsii_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00" y="167675"/>
            <a:ext cx="8713999" cy="16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/>
        </p:nvSpPr>
        <p:spPr>
          <a:xfrm>
            <a:off x="2701125" y="2426113"/>
            <a:ext cx="566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 SemiBold"/>
                <a:ea typeface="Montserrat SemiBold"/>
                <a:cs typeface="Montserrat SemiBold"/>
                <a:sym typeface="Montserrat SemiBold"/>
              </a:rPr>
              <a:t>Estudio de la depresión estudiantil</a:t>
            </a:r>
            <a:endParaRPr sz="21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2684923" y="1957468"/>
            <a:ext cx="6099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 Black"/>
                <a:ea typeface="Montserrat Black"/>
                <a:cs typeface="Montserrat Black"/>
                <a:sym typeface="Montserrat Black"/>
              </a:rPr>
              <a:t>FUNDAMENTOS DE INGENIERÍA DE DATOS</a:t>
            </a:r>
            <a:endParaRPr sz="19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591100" y="3316400"/>
            <a:ext cx="2746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Miguel Encina Martinez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Daniel Galván Cancio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Jaime Linares Barrera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Daniel Vela Camacho</a:t>
            </a:r>
            <a:endParaRPr sz="1800"/>
          </a:p>
        </p:txBody>
      </p:sp>
      <p:sp>
        <p:nvSpPr>
          <p:cNvPr id="275" name="Google Shape;275;p35"/>
          <p:cNvSpPr txBox="1"/>
          <p:nvPr/>
        </p:nvSpPr>
        <p:spPr>
          <a:xfrm>
            <a:off x="258550" y="2846975"/>
            <a:ext cx="372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Realizado por: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3452175" y="3098350"/>
            <a:ext cx="456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 SemiBold"/>
                <a:ea typeface="Montserrat SemiBold"/>
                <a:cs typeface="Montserrat SemiBold"/>
                <a:sym typeface="Montserrat SemiBold"/>
              </a:rPr>
              <a:t>Grupo 5</a:t>
            </a:r>
            <a:endParaRPr sz="21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/>
          <p:nvPr/>
        </p:nvSpPr>
        <p:spPr>
          <a:xfrm>
            <a:off x="1367813" y="1715864"/>
            <a:ext cx="871500" cy="838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endParaRPr sz="3000">
              <a:solidFill>
                <a:srgbClr val="43434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2" name="Google Shape;282;p36"/>
          <p:cNvSpPr txBox="1"/>
          <p:nvPr>
            <p:ph idx="4294967295" type="subTitle"/>
          </p:nvPr>
        </p:nvSpPr>
        <p:spPr>
          <a:xfrm>
            <a:off x="1022225" y="2627275"/>
            <a:ext cx="1562700" cy="4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INTRODUCCIÓN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3" name="Google Shape;283;p36"/>
          <p:cNvSpPr/>
          <p:nvPr/>
        </p:nvSpPr>
        <p:spPr>
          <a:xfrm>
            <a:off x="4044763" y="1763889"/>
            <a:ext cx="871500" cy="838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02</a:t>
            </a:r>
            <a:endParaRPr sz="3000">
              <a:solidFill>
                <a:srgbClr val="43434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2792279" y="3285514"/>
            <a:ext cx="871500" cy="838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  <a:endParaRPr sz="3000">
              <a:solidFill>
                <a:srgbClr val="43434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5" name="Google Shape;285;p36"/>
          <p:cNvSpPr/>
          <p:nvPr/>
        </p:nvSpPr>
        <p:spPr>
          <a:xfrm>
            <a:off x="6730538" y="1763889"/>
            <a:ext cx="871500" cy="838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03</a:t>
            </a:r>
            <a:endParaRPr sz="3000">
              <a:solidFill>
                <a:srgbClr val="43434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6" name="Google Shape;286;p36"/>
          <p:cNvSpPr txBox="1"/>
          <p:nvPr>
            <p:ph idx="4294967295" type="subTitle"/>
          </p:nvPr>
        </p:nvSpPr>
        <p:spPr>
          <a:xfrm>
            <a:off x="3783025" y="2627275"/>
            <a:ext cx="1512900" cy="4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DATOS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7" name="Google Shape;287;p36"/>
          <p:cNvSpPr txBox="1"/>
          <p:nvPr>
            <p:ph idx="4294967295" type="subTitle"/>
          </p:nvPr>
        </p:nvSpPr>
        <p:spPr>
          <a:xfrm>
            <a:off x="6210800" y="2627275"/>
            <a:ext cx="1911000" cy="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MÉTODO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8" name="Google Shape;288;p36"/>
          <p:cNvSpPr txBox="1"/>
          <p:nvPr>
            <p:ph idx="4294967295" type="subTitle"/>
          </p:nvPr>
        </p:nvSpPr>
        <p:spPr>
          <a:xfrm>
            <a:off x="2446675" y="4148900"/>
            <a:ext cx="1562700" cy="4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RESULTADOS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0" name="Google Shape;290;p36"/>
          <p:cNvSpPr/>
          <p:nvPr/>
        </p:nvSpPr>
        <p:spPr>
          <a:xfrm>
            <a:off x="5250788" y="3285514"/>
            <a:ext cx="871500" cy="838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05</a:t>
            </a:r>
            <a:endParaRPr sz="3000">
              <a:solidFill>
                <a:srgbClr val="43434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1" name="Google Shape;291;p36"/>
          <p:cNvSpPr txBox="1"/>
          <p:nvPr>
            <p:ph idx="4294967295" type="subTitle"/>
          </p:nvPr>
        </p:nvSpPr>
        <p:spPr>
          <a:xfrm>
            <a:off x="4880750" y="4148900"/>
            <a:ext cx="1611600" cy="4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  <a:t>CONCLUSIONES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2" name="Google Shape;292;p36"/>
          <p:cNvSpPr txBox="1"/>
          <p:nvPr/>
        </p:nvSpPr>
        <p:spPr>
          <a:xfrm>
            <a:off x="640573" y="658000"/>
            <a:ext cx="13728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ÍNDICE</a:t>
            </a:r>
            <a:r>
              <a:rPr lang="en"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endParaRPr sz="4000">
              <a:solidFill>
                <a:srgbClr val="42B5F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93" name="Google Shape;2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/>
        </p:nvSpPr>
        <p:spPr>
          <a:xfrm>
            <a:off x="264925" y="-201625"/>
            <a:ext cx="1283400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endParaRPr sz="96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640572" y="658000"/>
            <a:ext cx="56382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INTRODUCCIÓN</a:t>
            </a:r>
            <a:endParaRPr sz="4000">
              <a:solidFill>
                <a:srgbClr val="42B5F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00" name="Google Shape;300;p37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01" name="Google Shape;30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9725" y="1317525"/>
            <a:ext cx="3370700" cy="33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7"/>
          <p:cNvSpPr txBox="1"/>
          <p:nvPr/>
        </p:nvSpPr>
        <p:spPr>
          <a:xfrm>
            <a:off x="873908" y="1980650"/>
            <a:ext cx="443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→ PROBLEMA </a:t>
            </a:r>
            <a:r>
              <a:rPr lang="en" sz="36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COMÚN</a:t>
            </a:r>
            <a:endParaRPr sz="36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→</a:t>
            </a:r>
            <a:r>
              <a:rPr lang="en" sz="36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DIFÍCIL </a:t>
            </a:r>
            <a:r>
              <a:rPr lang="en" sz="36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DE</a:t>
            </a:r>
            <a:r>
              <a:rPr lang="en" sz="36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TRATAR</a:t>
            </a:r>
            <a:endParaRPr sz="36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→ consecuencias</a:t>
            </a:r>
            <a:r>
              <a:rPr lang="en" sz="36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fatales</a:t>
            </a:r>
            <a:endParaRPr sz="36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264925" y="-201625"/>
            <a:ext cx="1283400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01</a:t>
            </a:r>
            <a:endParaRPr sz="96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640625" y="658000"/>
            <a:ext cx="54948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PREGUNTAS </a:t>
            </a:r>
            <a:r>
              <a:rPr lang="en" sz="40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n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PLANTEADAS</a:t>
            </a:r>
            <a:endParaRPr sz="4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1" name="Google Shape;311;p38"/>
          <p:cNvSpPr/>
          <p:nvPr/>
        </p:nvSpPr>
        <p:spPr>
          <a:xfrm>
            <a:off x="722706" y="2110425"/>
            <a:ext cx="7680300" cy="38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¿Qué factores 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provocan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depresión en los 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estudiantes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?</a:t>
            </a:r>
            <a:endParaRPr sz="32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2" name="Google Shape;312;p38"/>
          <p:cNvSpPr/>
          <p:nvPr/>
        </p:nvSpPr>
        <p:spPr>
          <a:xfrm>
            <a:off x="1595625" y="2643822"/>
            <a:ext cx="5940000" cy="38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¿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Influye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el 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sexo 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o el 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nivel académico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?</a:t>
            </a:r>
            <a:endParaRPr sz="32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3" name="Google Shape;313;p38"/>
          <p:cNvSpPr/>
          <p:nvPr/>
        </p:nvSpPr>
        <p:spPr>
          <a:xfrm>
            <a:off x="1595625" y="3177222"/>
            <a:ext cx="5940000" cy="38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¿podemos 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predecir 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la depresión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?</a:t>
            </a:r>
            <a:endParaRPr sz="32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4" name="Google Shape;314;p38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3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15" name="Google Shape;3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39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02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322" name="Google Shape;322;p39"/>
          <p:cNvSpPr txBox="1"/>
          <p:nvPr>
            <p:ph type="title"/>
          </p:nvPr>
        </p:nvSpPr>
        <p:spPr>
          <a:xfrm>
            <a:off x="640575" y="658000"/>
            <a:ext cx="7266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DATOS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3" name="Google Shape;323;p39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4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/>
          <p:nvPr/>
        </p:nvSpPr>
        <p:spPr>
          <a:xfrm>
            <a:off x="546425" y="1766175"/>
            <a:ext cx="6666300" cy="268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-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18</a:t>
            </a: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atributos</a:t>
            </a:r>
            <a:endParaRPr sz="28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-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27902</a:t>
            </a: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filas</a:t>
            </a:r>
            <a:endParaRPr sz="28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-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56% </a:t>
            </a: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hombres y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44% </a:t>
            </a:r>
            <a:r>
              <a:rPr lang="en" sz="28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mujeres</a:t>
            </a:r>
            <a:endParaRPr sz="28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-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PORCENTAJE</a:t>
            </a: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DE DEPRESIÓN;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41%</a:t>
            </a: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no y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58%</a:t>
            </a: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sí</a:t>
            </a:r>
            <a:endParaRPr sz="28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26" name="Google Shape;32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351" y="1980636"/>
            <a:ext cx="2066275" cy="20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0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02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333" name="Google Shape;333;p40"/>
          <p:cNvSpPr txBox="1"/>
          <p:nvPr>
            <p:ph type="title"/>
          </p:nvPr>
        </p:nvSpPr>
        <p:spPr>
          <a:xfrm>
            <a:off x="640575" y="658000"/>
            <a:ext cx="7266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DATOS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4" name="Google Shape;334;p40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5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35" name="Google Shape;3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459" y="1408268"/>
            <a:ext cx="7097934" cy="359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/>
        </p:nvSpPr>
        <p:spPr>
          <a:xfrm>
            <a:off x="264925" y="-201625"/>
            <a:ext cx="1283400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03</a:t>
            </a:r>
            <a:endParaRPr sz="9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42" name="Google Shape;342;p41"/>
          <p:cNvSpPr txBox="1"/>
          <p:nvPr/>
        </p:nvSpPr>
        <p:spPr>
          <a:xfrm>
            <a:off x="640574" y="658000"/>
            <a:ext cx="69783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MÉTODOS</a:t>
            </a:r>
            <a:r>
              <a:rPr lang="en" sz="40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UTILIZADOS</a:t>
            </a:r>
            <a:endParaRPr sz="40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43" name="Google Shape;343;p41"/>
          <p:cNvSpPr/>
          <p:nvPr/>
        </p:nvSpPr>
        <p:spPr>
          <a:xfrm>
            <a:off x="722375" y="1995175"/>
            <a:ext cx="7516500" cy="268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-  selección </a:t>
            </a: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de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atributos </a:t>
            </a: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y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ejemplares</a:t>
            </a:r>
            <a:endParaRPr sz="28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- ALGORITMOS DE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CLASIFICACIÓN</a:t>
            </a:r>
            <a:endParaRPr sz="28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-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shap</a:t>
            </a:r>
            <a:endParaRPr sz="28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- USO DE 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K-MEdioidES</a:t>
            </a:r>
            <a:endParaRPr sz="28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- reglas de</a:t>
            </a:r>
            <a:r>
              <a:rPr lang="en" sz="28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asociación</a:t>
            </a:r>
            <a:endParaRPr sz="28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44" name="Google Shape;344;p41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6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45" name="Google Shape;34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1652" y="1943962"/>
            <a:ext cx="2133400" cy="21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42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03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353" name="Google Shape;353;p42"/>
          <p:cNvSpPr txBox="1"/>
          <p:nvPr>
            <p:ph type="title"/>
          </p:nvPr>
        </p:nvSpPr>
        <p:spPr>
          <a:xfrm>
            <a:off x="640575" y="658000"/>
            <a:ext cx="72717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WORKFLOW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4" name="Google Shape;354;p42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7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55" name="Google Shape;3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42"/>
          <p:cNvGrpSpPr/>
          <p:nvPr/>
        </p:nvGrpSpPr>
        <p:grpSpPr>
          <a:xfrm>
            <a:off x="318364" y="2250900"/>
            <a:ext cx="2702143" cy="1176425"/>
            <a:chOff x="947625" y="2209875"/>
            <a:chExt cx="2702143" cy="1176425"/>
          </a:xfrm>
        </p:grpSpPr>
        <p:sp>
          <p:nvSpPr>
            <p:cNvPr id="357" name="Google Shape;357;p42"/>
            <p:cNvSpPr/>
            <p:nvPr/>
          </p:nvSpPr>
          <p:spPr>
            <a:xfrm>
              <a:off x="947625" y="2209875"/>
              <a:ext cx="1614175" cy="1176425"/>
            </a:xfrm>
            <a:prstGeom prst="flowChartMagneticDrum">
              <a:avLst/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2B5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58" name="Google Shape;358;p42"/>
            <p:cNvGrpSpPr/>
            <p:nvPr/>
          </p:nvGrpSpPr>
          <p:grpSpPr>
            <a:xfrm>
              <a:off x="2643868" y="2540093"/>
              <a:ext cx="1005900" cy="558825"/>
              <a:chOff x="2739625" y="2485375"/>
              <a:chExt cx="1005900" cy="558825"/>
            </a:xfrm>
          </p:grpSpPr>
          <p:sp>
            <p:nvSpPr>
              <p:cNvPr id="359" name="Google Shape;359;p42"/>
              <p:cNvSpPr/>
              <p:nvPr/>
            </p:nvSpPr>
            <p:spPr>
              <a:xfrm>
                <a:off x="2739625" y="2579200"/>
                <a:ext cx="1005900" cy="4650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60" name="Google Shape;360;p42"/>
              <p:cNvSpPr/>
              <p:nvPr/>
            </p:nvSpPr>
            <p:spPr>
              <a:xfrm>
                <a:off x="2739625" y="2485375"/>
                <a:ext cx="1005900" cy="4650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grpSp>
        <p:nvGrpSpPr>
          <p:cNvPr id="361" name="Google Shape;361;p42"/>
          <p:cNvGrpSpPr/>
          <p:nvPr/>
        </p:nvGrpSpPr>
        <p:grpSpPr>
          <a:xfrm>
            <a:off x="5851823" y="1566896"/>
            <a:ext cx="1845159" cy="2678018"/>
            <a:chOff x="5852023" y="1566911"/>
            <a:chExt cx="1614312" cy="2678018"/>
          </a:xfrm>
        </p:grpSpPr>
        <p:sp>
          <p:nvSpPr>
            <p:cNvPr id="362" name="Google Shape;362;p42"/>
            <p:cNvSpPr/>
            <p:nvPr/>
          </p:nvSpPr>
          <p:spPr>
            <a:xfrm>
              <a:off x="5852160" y="1566911"/>
              <a:ext cx="1614175" cy="1176425"/>
            </a:xfrm>
            <a:prstGeom prst="flowChartMagneticDrum">
              <a:avLst/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2B5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3" name="Google Shape;363;p42"/>
            <p:cNvSpPr/>
            <p:nvPr/>
          </p:nvSpPr>
          <p:spPr>
            <a:xfrm>
              <a:off x="5852023" y="3068505"/>
              <a:ext cx="1614175" cy="1176425"/>
            </a:xfrm>
            <a:prstGeom prst="flowChartMagneticDrum">
              <a:avLst/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2B5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64" name="Google Shape;364;p42"/>
          <p:cNvGrpSpPr/>
          <p:nvPr/>
        </p:nvGrpSpPr>
        <p:grpSpPr>
          <a:xfrm>
            <a:off x="3112985" y="1813094"/>
            <a:ext cx="2812806" cy="2052046"/>
            <a:chOff x="3220373" y="1814982"/>
            <a:chExt cx="2812806" cy="2052046"/>
          </a:xfrm>
        </p:grpSpPr>
        <p:sp>
          <p:nvSpPr>
            <p:cNvPr id="365" name="Google Shape;365;p42"/>
            <p:cNvSpPr/>
            <p:nvPr/>
          </p:nvSpPr>
          <p:spPr>
            <a:xfrm>
              <a:off x="3220373" y="2250911"/>
              <a:ext cx="1614175" cy="1176425"/>
            </a:xfrm>
            <a:prstGeom prst="flowChartMagneticDrum">
              <a:avLst/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2B5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66" name="Google Shape;366;p42"/>
            <p:cNvGrpSpPr/>
            <p:nvPr/>
          </p:nvGrpSpPr>
          <p:grpSpPr>
            <a:xfrm rot="-2700000">
              <a:off x="4949418" y="2088781"/>
              <a:ext cx="1005890" cy="558820"/>
              <a:chOff x="2739625" y="2485375"/>
              <a:chExt cx="1005900" cy="558825"/>
            </a:xfrm>
          </p:grpSpPr>
          <p:sp>
            <p:nvSpPr>
              <p:cNvPr id="367" name="Google Shape;367;p42"/>
              <p:cNvSpPr/>
              <p:nvPr/>
            </p:nvSpPr>
            <p:spPr>
              <a:xfrm>
                <a:off x="2739625" y="2579200"/>
                <a:ext cx="1005900" cy="4650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68" name="Google Shape;368;p42"/>
              <p:cNvSpPr/>
              <p:nvPr/>
            </p:nvSpPr>
            <p:spPr>
              <a:xfrm>
                <a:off x="2739625" y="2485375"/>
                <a:ext cx="1005900" cy="4650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369" name="Google Shape;369;p42"/>
            <p:cNvGrpSpPr/>
            <p:nvPr/>
          </p:nvGrpSpPr>
          <p:grpSpPr>
            <a:xfrm rot="2700000">
              <a:off x="4977025" y="3034409"/>
              <a:ext cx="1005890" cy="558820"/>
              <a:chOff x="2739625" y="2485375"/>
              <a:chExt cx="1005900" cy="558825"/>
            </a:xfrm>
          </p:grpSpPr>
          <p:sp>
            <p:nvSpPr>
              <p:cNvPr id="370" name="Google Shape;370;p42"/>
              <p:cNvSpPr/>
              <p:nvPr/>
            </p:nvSpPr>
            <p:spPr>
              <a:xfrm>
                <a:off x="2739625" y="2579200"/>
                <a:ext cx="1005900" cy="4650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71" name="Google Shape;371;p42"/>
              <p:cNvSpPr/>
              <p:nvPr/>
            </p:nvSpPr>
            <p:spPr>
              <a:xfrm>
                <a:off x="2739625" y="2485375"/>
                <a:ext cx="1005900" cy="4650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372" name="Google Shape;372;p42"/>
          <p:cNvSpPr/>
          <p:nvPr/>
        </p:nvSpPr>
        <p:spPr>
          <a:xfrm>
            <a:off x="153974" y="3640650"/>
            <a:ext cx="2009100" cy="387000"/>
          </a:xfrm>
          <a:prstGeom prst="roundRect">
            <a:avLst>
              <a:gd fmla="val 16667" name="adj"/>
            </a:avLst>
          </a:prstGeom>
          <a:solidFill>
            <a:srgbClr val="40B9D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VISUALIZACIÓN - EDA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3112969" y="3640646"/>
            <a:ext cx="1629600" cy="387000"/>
          </a:xfrm>
          <a:prstGeom prst="roundRect">
            <a:avLst>
              <a:gd fmla="val 16667" name="adj"/>
            </a:avLst>
          </a:prstGeom>
          <a:solidFill>
            <a:srgbClr val="40B9D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PREPROCESADO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5959606" y="4343821"/>
            <a:ext cx="1629600" cy="387000"/>
          </a:xfrm>
          <a:prstGeom prst="roundRect">
            <a:avLst>
              <a:gd fmla="val 16667" name="adj"/>
            </a:avLst>
          </a:prstGeom>
          <a:solidFill>
            <a:srgbClr val="40B9D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APRENDIZAJE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5744694" y="1939107"/>
            <a:ext cx="1573800" cy="38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aprendizaje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supervisado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5783435" y="3341386"/>
            <a:ext cx="1573800" cy="38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aprendizaje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No 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supervisado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3"/>
          <p:cNvPicPr preferRelativeResize="0"/>
          <p:nvPr/>
        </p:nvPicPr>
        <p:blipFill rotWithShape="1">
          <a:blip r:embed="rId3">
            <a:alphaModFix/>
          </a:blip>
          <a:srcRect b="0" l="1813" r="5198" t="0"/>
          <a:stretch/>
        </p:blipFill>
        <p:spPr>
          <a:xfrm>
            <a:off x="4635500" y="1717556"/>
            <a:ext cx="4341249" cy="309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3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43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384" name="Google Shape;384;p43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</a:t>
            </a:r>
            <a:r>
              <a:rPr lang="en"/>
              <a:t> </a:t>
            </a:r>
            <a:r>
              <a:rPr lang="en">
                <a:solidFill>
                  <a:schemeClr val="lt1"/>
                </a:solidFill>
              </a:rPr>
              <a:t>visualización - eda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43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8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86" name="Google Shape;38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3"/>
          <p:cNvPicPr preferRelativeResize="0"/>
          <p:nvPr/>
        </p:nvPicPr>
        <p:blipFill rotWithShape="1">
          <a:blip r:embed="rId5">
            <a:alphaModFix/>
          </a:blip>
          <a:srcRect b="0" l="1706" r="2983" t="0"/>
          <a:stretch/>
        </p:blipFill>
        <p:spPr>
          <a:xfrm>
            <a:off x="140075" y="1703175"/>
            <a:ext cx="4495425" cy="317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44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394" name="Google Shape;394;p44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</a:t>
            </a:r>
            <a:r>
              <a:rPr lang="en"/>
              <a:t> </a:t>
            </a:r>
            <a:r>
              <a:rPr lang="en">
                <a:solidFill>
                  <a:schemeClr val="lt1"/>
                </a:solidFill>
              </a:rPr>
              <a:t>visualización - eda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5" name="Google Shape;395;p44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9/32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396" name="Google Shape;3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4"/>
          <p:cNvPicPr preferRelativeResize="0"/>
          <p:nvPr/>
        </p:nvPicPr>
        <p:blipFill rotWithShape="1">
          <a:blip r:embed="rId4">
            <a:alphaModFix/>
          </a:blip>
          <a:srcRect b="0" l="1813" r="4711" t="0"/>
          <a:stretch/>
        </p:blipFill>
        <p:spPr>
          <a:xfrm>
            <a:off x="0" y="1632150"/>
            <a:ext cx="4979801" cy="33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4"/>
          <p:cNvPicPr preferRelativeResize="0"/>
          <p:nvPr/>
        </p:nvPicPr>
        <p:blipFill rotWithShape="1">
          <a:blip r:embed="rId5">
            <a:alphaModFix/>
          </a:blip>
          <a:srcRect b="0" l="2295" r="2438" t="0"/>
          <a:stretch/>
        </p:blipFill>
        <p:spPr>
          <a:xfrm>
            <a:off x="4991735" y="1697006"/>
            <a:ext cx="4069950" cy="296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5"/>
          <p:cNvSpPr txBox="1"/>
          <p:nvPr/>
        </p:nvSpPr>
        <p:spPr>
          <a:xfrm>
            <a:off x="264925" y="-201625"/>
            <a:ext cx="1283400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04</a:t>
            </a:r>
            <a:endParaRPr sz="9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04" name="Google Shape;404;p45"/>
          <p:cNvSpPr txBox="1"/>
          <p:nvPr/>
        </p:nvSpPr>
        <p:spPr>
          <a:xfrm>
            <a:off x="640574" y="658000"/>
            <a:ext cx="69783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resultado</a:t>
            </a:r>
            <a:r>
              <a:rPr lang="en" sz="4000">
                <a:solidFill>
                  <a:srgbClr val="434343"/>
                </a:solidFill>
                <a:latin typeface="Bebas Neue"/>
                <a:ea typeface="Bebas Neue"/>
                <a:cs typeface="Bebas Neue"/>
                <a:sym typeface="Bebas Neue"/>
              </a:rPr>
              <a:t>S</a:t>
            </a:r>
            <a:endParaRPr sz="40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05" name="Google Shape;405;p45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10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406" name="Google Shape;40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5"/>
          <p:cNvPicPr preferRelativeResize="0"/>
          <p:nvPr/>
        </p:nvPicPr>
        <p:blipFill rotWithShape="1">
          <a:blip r:embed="rId4">
            <a:alphaModFix/>
          </a:blip>
          <a:srcRect b="0" l="11473" r="0" t="0"/>
          <a:stretch/>
        </p:blipFill>
        <p:spPr>
          <a:xfrm>
            <a:off x="2657100" y="154800"/>
            <a:ext cx="5030500" cy="48339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st="19050">
              <a:srgbClr val="000000">
                <a:alpha val="73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46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414" name="Google Shape;414;p46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</a:t>
            </a:r>
            <a:r>
              <a:rPr lang="en"/>
              <a:t> </a:t>
            </a:r>
            <a:r>
              <a:rPr lang="en">
                <a:solidFill>
                  <a:schemeClr val="lt1"/>
                </a:solidFill>
              </a:rPr>
              <a:t>visualización - eda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5" name="Google Shape;415;p46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11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416" name="Google Shape;41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6819" y="1468000"/>
            <a:ext cx="14763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0599" y="1583063"/>
            <a:ext cx="3456226" cy="314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81912"/>
            <a:ext cx="3620802" cy="337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47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426" name="Google Shape;426;p47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</a:t>
            </a:r>
            <a:r>
              <a:rPr lang="en"/>
              <a:t> </a:t>
            </a:r>
            <a:r>
              <a:rPr lang="en">
                <a:solidFill>
                  <a:schemeClr val="lt1"/>
                </a:solidFill>
              </a:rPr>
              <a:t>visualización - eda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7" name="Google Shape;427;p47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12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428" name="Google Shape;42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6819" y="1468000"/>
            <a:ext cx="14763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95416"/>
            <a:ext cx="3582103" cy="35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1250" y="1395425"/>
            <a:ext cx="3582099" cy="3520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8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48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438" name="Google Shape;438;p48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visualización - eda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9" name="Google Shape;439;p48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13/32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440" name="Google Shape;4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625" y="1421587"/>
            <a:ext cx="3584447" cy="352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51873" y="1522450"/>
            <a:ext cx="149542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3389" y="1374625"/>
            <a:ext cx="3733300" cy="366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"/>
          <p:cNvSpPr/>
          <p:nvPr/>
        </p:nvSpPr>
        <p:spPr>
          <a:xfrm>
            <a:off x="384048" y="4352544"/>
            <a:ext cx="7685100" cy="38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   </a:t>
            </a:r>
            <a:r>
              <a:rPr lang="en" sz="34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Gestión de</a:t>
            </a:r>
            <a:r>
              <a:rPr lang="en" sz="34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outliers</a:t>
            </a:r>
            <a:endParaRPr sz="34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9" name="Google Shape;449;p49"/>
          <p:cNvSpPr/>
          <p:nvPr/>
        </p:nvSpPr>
        <p:spPr>
          <a:xfrm>
            <a:off x="384051" y="3877050"/>
            <a:ext cx="7685100" cy="38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   </a:t>
            </a:r>
            <a:r>
              <a:rPr lang="en" sz="34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Reducción cardinalidad</a:t>
            </a:r>
            <a:r>
              <a:rPr lang="en" sz="34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atributos ordinales</a:t>
            </a:r>
            <a:endParaRPr sz="3400">
              <a:solidFill>
                <a:srgbClr val="40B9D7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50" name="Google Shape;450;p49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49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452" name="Google Shape;452;p49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preprocesado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3" name="Google Shape;453;p49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14/32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454" name="Google Shape;45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5" name="Google Shape;455;p49"/>
          <p:cNvGrpSpPr/>
          <p:nvPr/>
        </p:nvGrpSpPr>
        <p:grpSpPr>
          <a:xfrm>
            <a:off x="313509" y="2093853"/>
            <a:ext cx="6474002" cy="1964640"/>
            <a:chOff x="2926080" y="1813546"/>
            <a:chExt cx="6474002" cy="1964640"/>
          </a:xfrm>
        </p:grpSpPr>
        <p:grpSp>
          <p:nvGrpSpPr>
            <p:cNvPr id="456" name="Google Shape;456;p49"/>
            <p:cNvGrpSpPr/>
            <p:nvPr/>
          </p:nvGrpSpPr>
          <p:grpSpPr>
            <a:xfrm>
              <a:off x="2999222" y="2209793"/>
              <a:ext cx="6400861" cy="1301400"/>
              <a:chOff x="550922" y="2590807"/>
              <a:chExt cx="4781400" cy="1301400"/>
            </a:xfrm>
          </p:grpSpPr>
          <p:sp>
            <p:nvSpPr>
              <p:cNvPr id="457" name="Google Shape;457;p49"/>
              <p:cNvSpPr/>
              <p:nvPr/>
            </p:nvSpPr>
            <p:spPr>
              <a:xfrm>
                <a:off x="550924" y="2590807"/>
                <a:ext cx="4198500" cy="387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   </a:t>
                </a:r>
                <a:r>
                  <a:rPr lang="en" sz="3400">
                    <a:solidFill>
                      <a:srgbClr val="40B9D7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Eliminación</a:t>
                </a: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de atributos</a:t>
                </a:r>
                <a:endParaRPr sz="3400">
                  <a:solidFill>
                    <a:srgbClr val="5C5C5C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458" name="Google Shape;458;p49"/>
              <p:cNvSpPr/>
              <p:nvPr/>
            </p:nvSpPr>
            <p:spPr>
              <a:xfrm>
                <a:off x="550922" y="3048007"/>
                <a:ext cx="4781400" cy="387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   </a:t>
                </a:r>
                <a:r>
                  <a:rPr lang="en" sz="3400">
                    <a:solidFill>
                      <a:srgbClr val="40B9D7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LIMPIEZA</a:t>
                </a: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DE VALORES</a:t>
                </a:r>
                <a:r>
                  <a:rPr lang="en" sz="3400">
                    <a:solidFill>
                      <a:srgbClr val="40B9D7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INCONSISTENTES</a:t>
                </a:r>
                <a:endParaRPr sz="3400">
                  <a:solidFill>
                    <a:srgbClr val="5C5C5C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459" name="Google Shape;459;p49"/>
              <p:cNvSpPr/>
              <p:nvPr/>
            </p:nvSpPr>
            <p:spPr>
              <a:xfrm>
                <a:off x="550922" y="3505207"/>
                <a:ext cx="4509000" cy="387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   Tratamiento de atributos </a:t>
                </a:r>
                <a:r>
                  <a:rPr lang="en" sz="3400">
                    <a:solidFill>
                      <a:srgbClr val="40B9D7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ordinales</a:t>
                </a:r>
                <a:endParaRPr sz="3400">
                  <a:solidFill>
                    <a:srgbClr val="40B9D7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sp>
          <p:nvSpPr>
            <p:cNvPr id="460" name="Google Shape;460;p49"/>
            <p:cNvSpPr txBox="1"/>
            <p:nvPr/>
          </p:nvSpPr>
          <p:spPr>
            <a:xfrm>
              <a:off x="2926080" y="1813546"/>
              <a:ext cx="3636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  <a:endParaRPr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1" name="Google Shape;461;p49"/>
            <p:cNvSpPr txBox="1"/>
            <p:nvPr/>
          </p:nvSpPr>
          <p:spPr>
            <a:xfrm>
              <a:off x="2926080" y="2362186"/>
              <a:ext cx="3636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  <a:endParaRPr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62" name="Google Shape;462;p49"/>
          <p:cNvSpPr txBox="1"/>
          <p:nvPr>
            <p:ph type="title"/>
          </p:nvPr>
        </p:nvSpPr>
        <p:spPr>
          <a:xfrm>
            <a:off x="95775" y="1631300"/>
            <a:ext cx="44334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434343"/>
                </a:solidFill>
              </a:rPr>
              <a:t>Tratamiento de datos</a:t>
            </a:r>
            <a:endParaRPr sz="3500">
              <a:solidFill>
                <a:schemeClr val="lt1"/>
              </a:solidFill>
            </a:endParaRPr>
          </a:p>
        </p:txBody>
      </p:sp>
      <p:sp>
        <p:nvSpPr>
          <p:cNvPr id="463" name="Google Shape;463;p49"/>
          <p:cNvSpPr txBox="1"/>
          <p:nvPr/>
        </p:nvSpPr>
        <p:spPr>
          <a:xfrm>
            <a:off x="310896" y="3566160"/>
            <a:ext cx="363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  <a:endParaRPr sz="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0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50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470" name="Google Shape;470;p50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preprocesado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1" name="Google Shape;471;p50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15/32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472" name="Google Shape;47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3" name="Google Shape;473;p50"/>
          <p:cNvGrpSpPr/>
          <p:nvPr/>
        </p:nvGrpSpPr>
        <p:grpSpPr>
          <a:xfrm>
            <a:off x="313509" y="2093853"/>
            <a:ext cx="5620576" cy="1964640"/>
            <a:chOff x="2926080" y="1813546"/>
            <a:chExt cx="5620576" cy="1964640"/>
          </a:xfrm>
        </p:grpSpPr>
        <p:grpSp>
          <p:nvGrpSpPr>
            <p:cNvPr id="474" name="Google Shape;474;p50"/>
            <p:cNvGrpSpPr/>
            <p:nvPr/>
          </p:nvGrpSpPr>
          <p:grpSpPr>
            <a:xfrm>
              <a:off x="2999214" y="2209800"/>
              <a:ext cx="5547442" cy="1301400"/>
              <a:chOff x="550916" y="2590814"/>
              <a:chExt cx="4143902" cy="1301400"/>
            </a:xfrm>
          </p:grpSpPr>
          <p:sp>
            <p:nvSpPr>
              <p:cNvPr id="475" name="Google Shape;475;p50"/>
              <p:cNvSpPr/>
              <p:nvPr/>
            </p:nvSpPr>
            <p:spPr>
              <a:xfrm>
                <a:off x="550916" y="2590814"/>
                <a:ext cx="2909400" cy="387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   PENSAMIENTOS </a:t>
                </a:r>
                <a:r>
                  <a:rPr lang="en" sz="3400">
                    <a:solidFill>
                      <a:srgbClr val="40B9D7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SUICIDAS</a:t>
                </a:r>
                <a:endParaRPr sz="3400">
                  <a:solidFill>
                    <a:srgbClr val="5C5C5C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476" name="Google Shape;476;p50"/>
              <p:cNvSpPr/>
              <p:nvPr/>
            </p:nvSpPr>
            <p:spPr>
              <a:xfrm>
                <a:off x="550920" y="3048014"/>
                <a:ext cx="3573900" cy="387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   PRESIÓN </a:t>
                </a:r>
                <a:r>
                  <a:rPr lang="en" sz="3400">
                    <a:solidFill>
                      <a:srgbClr val="40B9D7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aCADÉMICA</a:t>
                </a:r>
                <a:endParaRPr sz="3400">
                  <a:solidFill>
                    <a:srgbClr val="5C5C5C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477" name="Google Shape;477;p50"/>
              <p:cNvSpPr/>
              <p:nvPr/>
            </p:nvSpPr>
            <p:spPr>
              <a:xfrm>
                <a:off x="550918" y="3505214"/>
                <a:ext cx="4143900" cy="387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   ESTRÉS </a:t>
                </a:r>
                <a:r>
                  <a:rPr lang="en" sz="3400">
                    <a:solidFill>
                      <a:srgbClr val="40B9D7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FINANCIERO</a:t>
                </a:r>
                <a:endParaRPr sz="3400">
                  <a:solidFill>
                    <a:srgbClr val="40B9D7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sp>
          <p:nvSpPr>
            <p:cNvPr id="478" name="Google Shape;478;p50"/>
            <p:cNvSpPr txBox="1"/>
            <p:nvPr/>
          </p:nvSpPr>
          <p:spPr>
            <a:xfrm>
              <a:off x="2926080" y="1813546"/>
              <a:ext cx="3636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  <a:endParaRPr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9" name="Google Shape;479;p50"/>
            <p:cNvSpPr txBox="1"/>
            <p:nvPr/>
          </p:nvSpPr>
          <p:spPr>
            <a:xfrm>
              <a:off x="2926080" y="2362186"/>
              <a:ext cx="3636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  <a:endParaRPr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480" name="Google Shape;48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725" y="1490472"/>
            <a:ext cx="3334350" cy="3334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0"/>
          <p:cNvSpPr txBox="1"/>
          <p:nvPr>
            <p:ph type="title"/>
          </p:nvPr>
        </p:nvSpPr>
        <p:spPr>
          <a:xfrm>
            <a:off x="95775" y="1631300"/>
            <a:ext cx="50454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434343"/>
                </a:solidFill>
              </a:rPr>
              <a:t>Variables más INFORMATIVAS </a:t>
            </a:r>
            <a:r>
              <a:rPr lang="en" sz="3400">
                <a:solidFill>
                  <a:srgbClr val="40B9D7"/>
                </a:solidFill>
              </a:rPr>
              <a:t>(MI)</a:t>
            </a:r>
            <a:endParaRPr sz="3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1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51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488" name="Google Shape;488;p51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9" name="Google Shape;489;p51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16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490" name="Google Shape;49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1338" y="1371275"/>
            <a:ext cx="5087082" cy="377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52"/>
          <p:cNvPicPr preferRelativeResize="0"/>
          <p:nvPr/>
        </p:nvPicPr>
        <p:blipFill rotWithShape="1">
          <a:blip r:embed="rId3">
            <a:alphaModFix/>
          </a:blip>
          <a:srcRect b="0" l="2143" r="0" t="0"/>
          <a:stretch/>
        </p:blipFill>
        <p:spPr>
          <a:xfrm>
            <a:off x="2703275" y="1374836"/>
            <a:ext cx="5906799" cy="3736224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2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52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499" name="Google Shape;499;p52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0" name="Google Shape;500;p52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17/32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01" name="Google Shape;50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2"/>
          <p:cNvSpPr txBox="1"/>
          <p:nvPr/>
        </p:nvSpPr>
        <p:spPr>
          <a:xfrm>
            <a:off x="264925" y="2551950"/>
            <a:ext cx="2544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XGB_MinMax_MI</a:t>
            </a:r>
            <a:endParaRPr sz="3500">
              <a:solidFill>
                <a:schemeClr val="accent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53"/>
          <p:cNvPicPr preferRelativeResize="0"/>
          <p:nvPr/>
        </p:nvPicPr>
        <p:blipFill rotWithShape="1">
          <a:blip r:embed="rId3">
            <a:alphaModFix/>
          </a:blip>
          <a:srcRect b="5030" l="0" r="0" t="7488"/>
          <a:stretch/>
        </p:blipFill>
        <p:spPr>
          <a:xfrm>
            <a:off x="3080355" y="1373487"/>
            <a:ext cx="5924401" cy="368357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3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53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510" name="Google Shape;510;p53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1" name="Google Shape;511;p53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18/32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12" name="Google Shape;51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53"/>
          <p:cNvSpPr txBox="1"/>
          <p:nvPr/>
        </p:nvSpPr>
        <p:spPr>
          <a:xfrm>
            <a:off x="264925" y="2551950"/>
            <a:ext cx="2544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OTRAS MÉTRICAS</a:t>
            </a:r>
            <a:endParaRPr sz="3500">
              <a:solidFill>
                <a:schemeClr val="accent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4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54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520" name="Google Shape;520;p54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1" name="Google Shape;521;p54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19/32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22" name="Google Shape;52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4"/>
          <p:cNvPicPr preferRelativeResize="0"/>
          <p:nvPr/>
        </p:nvPicPr>
        <p:blipFill rotWithShape="1">
          <a:blip r:embed="rId4">
            <a:alphaModFix/>
          </a:blip>
          <a:srcRect b="2286" l="0" r="0" t="0"/>
          <a:stretch/>
        </p:blipFill>
        <p:spPr>
          <a:xfrm>
            <a:off x="1780025" y="1352873"/>
            <a:ext cx="5583951" cy="3770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4"/>
          <p:cNvSpPr txBox="1"/>
          <p:nvPr/>
        </p:nvSpPr>
        <p:spPr>
          <a:xfrm>
            <a:off x="757388" y="2551950"/>
            <a:ext cx="1005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SHAP</a:t>
            </a:r>
            <a:endParaRPr sz="3500">
              <a:solidFill>
                <a:schemeClr val="accent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5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55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531" name="Google Shape;531;p55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2" name="Google Shape;532;p55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20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33" name="Google Shape;53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5"/>
          <p:cNvSpPr txBox="1"/>
          <p:nvPr/>
        </p:nvSpPr>
        <p:spPr>
          <a:xfrm>
            <a:off x="757388" y="2551950"/>
            <a:ext cx="1005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rPr>
              <a:t>SHAP</a:t>
            </a:r>
            <a:endParaRPr sz="3500">
              <a:solidFill>
                <a:schemeClr val="accent3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35" name="Google Shape;53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5700" y="1371148"/>
            <a:ext cx="5228750" cy="368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6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56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542" name="Google Shape;542;p56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</a:t>
            </a:r>
            <a:r>
              <a:rPr lang="en">
                <a:solidFill>
                  <a:srgbClr val="434343"/>
                </a:solidFill>
              </a:rPr>
              <a:t>no</a:t>
            </a:r>
            <a:r>
              <a:rPr lang="en">
                <a:solidFill>
                  <a:schemeClr val="lt1"/>
                </a:solidFill>
              </a:rPr>
              <a:t>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3" name="Google Shape;543;p56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21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44" name="Google Shape;54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00" y="1468000"/>
            <a:ext cx="4885238" cy="33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4050" y="1626962"/>
            <a:ext cx="4439951" cy="30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7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57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553" name="Google Shape;553;p57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</a:t>
            </a:r>
            <a:r>
              <a:rPr lang="en">
                <a:solidFill>
                  <a:srgbClr val="434343"/>
                </a:solidFill>
              </a:rPr>
              <a:t>no</a:t>
            </a:r>
            <a:r>
              <a:rPr lang="en">
                <a:solidFill>
                  <a:schemeClr val="lt1"/>
                </a:solidFill>
              </a:rPr>
              <a:t>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4" name="Google Shape;554;p57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22/32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55" name="Google Shape;55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6513" y="1350387"/>
            <a:ext cx="5270975" cy="37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8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58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563" name="Google Shape;563;p58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</a:t>
            </a:r>
            <a:r>
              <a:rPr lang="en">
                <a:solidFill>
                  <a:srgbClr val="434343"/>
                </a:solidFill>
              </a:rPr>
              <a:t>no</a:t>
            </a:r>
            <a:r>
              <a:rPr lang="en">
                <a:solidFill>
                  <a:schemeClr val="lt1"/>
                </a:solidFill>
              </a:rPr>
              <a:t>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4" name="Google Shape;564;p58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23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65" name="Google Shape;56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750" y="1376300"/>
            <a:ext cx="5318033" cy="376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9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59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573" name="Google Shape;573;p59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</a:t>
            </a:r>
            <a:r>
              <a:rPr lang="en">
                <a:solidFill>
                  <a:srgbClr val="434343"/>
                </a:solidFill>
              </a:rPr>
              <a:t>no</a:t>
            </a:r>
            <a:r>
              <a:rPr lang="en">
                <a:solidFill>
                  <a:schemeClr val="lt1"/>
                </a:solidFill>
              </a:rPr>
              <a:t>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4" name="Google Shape;574;p59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24/32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75" name="Google Shape;57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59"/>
          <p:cNvPicPr preferRelativeResize="0"/>
          <p:nvPr/>
        </p:nvPicPr>
        <p:blipFill rotWithShape="1">
          <a:blip r:embed="rId4">
            <a:alphaModFix/>
          </a:blip>
          <a:srcRect b="0" l="0" r="16638" t="0"/>
          <a:stretch/>
        </p:blipFill>
        <p:spPr>
          <a:xfrm>
            <a:off x="264925" y="1374050"/>
            <a:ext cx="4394964" cy="367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59"/>
          <p:cNvPicPr preferRelativeResize="0"/>
          <p:nvPr/>
        </p:nvPicPr>
        <p:blipFill rotWithShape="1">
          <a:blip r:embed="rId5">
            <a:alphaModFix/>
          </a:blip>
          <a:srcRect b="0" l="0" r="20942" t="0"/>
          <a:stretch/>
        </p:blipFill>
        <p:spPr>
          <a:xfrm>
            <a:off x="4555525" y="1374050"/>
            <a:ext cx="3566285" cy="33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8725" y="2022150"/>
            <a:ext cx="1131650" cy="6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81638" y="2744807"/>
            <a:ext cx="1005825" cy="933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0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60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586" name="Google Shape;586;p60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</a:t>
            </a:r>
            <a:r>
              <a:rPr lang="en">
                <a:solidFill>
                  <a:srgbClr val="434343"/>
                </a:solidFill>
              </a:rPr>
              <a:t>no</a:t>
            </a:r>
            <a:r>
              <a:rPr lang="en">
                <a:solidFill>
                  <a:schemeClr val="lt1"/>
                </a:solidFill>
              </a:rPr>
              <a:t>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7" name="Google Shape;587;p60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25/32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88" name="Google Shape;58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60"/>
          <p:cNvPicPr preferRelativeResize="0"/>
          <p:nvPr/>
        </p:nvPicPr>
        <p:blipFill rotWithShape="1">
          <a:blip r:embed="rId4">
            <a:alphaModFix/>
          </a:blip>
          <a:srcRect b="60942" l="0" r="0" t="0"/>
          <a:stretch/>
        </p:blipFill>
        <p:spPr>
          <a:xfrm>
            <a:off x="1245125" y="2299250"/>
            <a:ext cx="6970624" cy="159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0"/>
          <p:cNvSpPr/>
          <p:nvPr/>
        </p:nvSpPr>
        <p:spPr>
          <a:xfrm>
            <a:off x="86000" y="1548700"/>
            <a:ext cx="8857200" cy="81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Presión académica </a:t>
            </a:r>
            <a:r>
              <a:rPr lang="en" sz="2500">
                <a:solidFill>
                  <a:srgbClr val="42B5FC"/>
                </a:solidFill>
                <a:latin typeface="Bebas Neue"/>
                <a:ea typeface="Bebas Neue"/>
                <a:cs typeface="Bebas Neue"/>
                <a:sym typeface="Bebas Neue"/>
              </a:rPr>
              <a:t>extrema </a:t>
            </a:r>
            <a:r>
              <a:rPr lang="en" sz="25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+  estrés financiero </a:t>
            </a:r>
            <a:r>
              <a:rPr lang="en" sz="2500">
                <a:solidFill>
                  <a:srgbClr val="42B5FC"/>
                </a:solidFill>
                <a:latin typeface="Bebas Neue"/>
                <a:ea typeface="Bebas Neue"/>
                <a:cs typeface="Bebas Neue"/>
                <a:sym typeface="Bebas Neue"/>
              </a:rPr>
              <a:t>crítico </a:t>
            </a:r>
            <a:r>
              <a:rPr lang="en" sz="25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+  pensamientos </a:t>
            </a:r>
            <a:r>
              <a:rPr lang="en" sz="2500">
                <a:solidFill>
                  <a:srgbClr val="42B5FC"/>
                </a:solidFill>
                <a:latin typeface="Bebas Neue"/>
                <a:ea typeface="Bebas Neue"/>
                <a:cs typeface="Bebas Neue"/>
                <a:sym typeface="Bebas Neue"/>
              </a:rPr>
              <a:t>suicidas</a:t>
            </a:r>
            <a:endParaRPr sz="2500">
              <a:solidFill>
                <a:srgbClr val="42B5F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1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61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04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597" name="Google Shape;597;p61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RESULTADOS </a:t>
            </a:r>
            <a:r>
              <a:rPr lang="en">
                <a:solidFill>
                  <a:schemeClr val="lt1"/>
                </a:solidFill>
              </a:rPr>
              <a:t>aprendizaje </a:t>
            </a:r>
            <a:r>
              <a:rPr lang="en">
                <a:solidFill>
                  <a:srgbClr val="434343"/>
                </a:solidFill>
              </a:rPr>
              <a:t>no</a:t>
            </a:r>
            <a:r>
              <a:rPr lang="en">
                <a:solidFill>
                  <a:schemeClr val="lt1"/>
                </a:solidFill>
              </a:rPr>
              <a:t> supervisado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8" name="Google Shape;598;p61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26/32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599" name="Google Shape;59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920" y="1468000"/>
            <a:ext cx="6680406" cy="348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2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6" name="Google Shape;606;p62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05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607" name="Google Shape;607;p62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608" name="Google Shape;608;p62"/>
          <p:cNvGrpSpPr/>
          <p:nvPr/>
        </p:nvGrpSpPr>
        <p:grpSpPr>
          <a:xfrm>
            <a:off x="372252" y="1660900"/>
            <a:ext cx="2670048" cy="3121839"/>
            <a:chOff x="372252" y="1660900"/>
            <a:chExt cx="2670048" cy="3121839"/>
          </a:xfrm>
        </p:grpSpPr>
        <p:sp>
          <p:nvSpPr>
            <p:cNvPr id="609" name="Google Shape;609;p62"/>
            <p:cNvSpPr/>
            <p:nvPr/>
          </p:nvSpPr>
          <p:spPr>
            <a:xfrm>
              <a:off x="640627" y="4395739"/>
              <a:ext cx="2133300" cy="387000"/>
            </a:xfrm>
            <a:prstGeom prst="roundRect">
              <a:avLst>
                <a:gd fmla="val 16667" name="adj"/>
              </a:avLst>
            </a:prstGeom>
            <a:solidFill>
              <a:srgbClr val="40B9D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Validación extensa</a:t>
              </a:r>
              <a:endPara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pic>
          <p:nvPicPr>
            <p:cNvPr id="610" name="Google Shape;610;p6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2252" y="1660900"/>
              <a:ext cx="2670048" cy="26700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1" name="Google Shape;611;p62"/>
          <p:cNvGrpSpPr/>
          <p:nvPr/>
        </p:nvGrpSpPr>
        <p:grpSpPr>
          <a:xfrm>
            <a:off x="2926085" y="1889746"/>
            <a:ext cx="6121074" cy="1964640"/>
            <a:chOff x="3154685" y="1813546"/>
            <a:chExt cx="6121074" cy="1964640"/>
          </a:xfrm>
        </p:grpSpPr>
        <p:grpSp>
          <p:nvGrpSpPr>
            <p:cNvPr id="612" name="Google Shape;612;p62"/>
            <p:cNvGrpSpPr/>
            <p:nvPr/>
          </p:nvGrpSpPr>
          <p:grpSpPr>
            <a:xfrm>
              <a:off x="3230725" y="2209800"/>
              <a:ext cx="6045034" cy="1301400"/>
              <a:chOff x="723853" y="2590814"/>
              <a:chExt cx="4515600" cy="1301400"/>
            </a:xfrm>
          </p:grpSpPr>
          <p:sp>
            <p:nvSpPr>
              <p:cNvPr id="613" name="Google Shape;613;p62"/>
              <p:cNvSpPr/>
              <p:nvPr/>
            </p:nvSpPr>
            <p:spPr>
              <a:xfrm>
                <a:off x="723853" y="2590814"/>
                <a:ext cx="4483200" cy="387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   EL MEJOR MODELO </a:t>
                </a:r>
                <a:r>
                  <a:rPr lang="en" sz="3500">
                    <a:solidFill>
                      <a:schemeClr val="accent3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XGB_MinMax_MI </a:t>
                </a:r>
                <a:endParaRPr sz="3400">
                  <a:solidFill>
                    <a:srgbClr val="5C5C5C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614" name="Google Shape;614;p62"/>
              <p:cNvSpPr/>
              <p:nvPr/>
            </p:nvSpPr>
            <p:spPr>
              <a:xfrm>
                <a:off x="723853" y="3048014"/>
                <a:ext cx="4483200" cy="387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   FACTORES </a:t>
                </a:r>
                <a:r>
                  <a:rPr lang="en" sz="3400">
                    <a:solidFill>
                      <a:srgbClr val="40B9D7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DETERMINANTEs </a:t>
                </a: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DETECTADOS</a:t>
                </a:r>
                <a:endParaRPr sz="3400">
                  <a:solidFill>
                    <a:srgbClr val="5C5C5C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615" name="Google Shape;615;p62"/>
              <p:cNvSpPr/>
              <p:nvPr/>
            </p:nvSpPr>
            <p:spPr>
              <a:xfrm>
                <a:off x="723853" y="3505214"/>
                <a:ext cx="4515600" cy="387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400">
                    <a:solidFill>
                      <a:srgbClr val="5C5C5C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    Factores </a:t>
                </a:r>
                <a:r>
                  <a:rPr lang="en" sz="3400">
                    <a:solidFill>
                      <a:srgbClr val="40B9D7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amplificadores</a:t>
                </a:r>
                <a:endParaRPr sz="3400">
                  <a:solidFill>
                    <a:srgbClr val="40B9D7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sp>
          <p:nvSpPr>
            <p:cNvPr id="616" name="Google Shape;616;p62"/>
            <p:cNvSpPr txBox="1"/>
            <p:nvPr/>
          </p:nvSpPr>
          <p:spPr>
            <a:xfrm>
              <a:off x="3154685" y="1813546"/>
              <a:ext cx="3636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  <a:endParaRPr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7" name="Google Shape;617;p62"/>
            <p:cNvSpPr txBox="1"/>
            <p:nvPr/>
          </p:nvSpPr>
          <p:spPr>
            <a:xfrm>
              <a:off x="3154685" y="2362186"/>
              <a:ext cx="3636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|</a:t>
              </a:r>
              <a:endParaRPr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18" name="Google Shape;618;p62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27/32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619" name="Google Shape;61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3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63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05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626" name="Google Shape;626;p63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7" name="Google Shape;627;p63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28/32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28" name="Google Shape;628;p63"/>
          <p:cNvSpPr/>
          <p:nvPr/>
        </p:nvSpPr>
        <p:spPr>
          <a:xfrm>
            <a:off x="640581" y="1641888"/>
            <a:ext cx="7680300" cy="38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¿Qué factores 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provocan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 depresión en los 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estudiantes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?</a:t>
            </a:r>
            <a:endParaRPr sz="32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629" name="Google Shape;62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63"/>
          <p:cNvSpPr/>
          <p:nvPr/>
        </p:nvSpPr>
        <p:spPr>
          <a:xfrm>
            <a:off x="3119479" y="2515425"/>
            <a:ext cx="2722500" cy="387000"/>
          </a:xfrm>
          <a:prstGeom prst="roundRect">
            <a:avLst>
              <a:gd fmla="val 16667" name="adj"/>
            </a:avLst>
          </a:prstGeom>
          <a:solidFill>
            <a:srgbClr val="40B9D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Pensamientos suicidas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31" name="Google Shape;631;p63"/>
          <p:cNvSpPr/>
          <p:nvPr/>
        </p:nvSpPr>
        <p:spPr>
          <a:xfrm>
            <a:off x="3119479" y="3633950"/>
            <a:ext cx="2722500" cy="387000"/>
          </a:xfrm>
          <a:prstGeom prst="roundRect">
            <a:avLst>
              <a:gd fmla="val 16667" name="adj"/>
            </a:avLst>
          </a:prstGeom>
          <a:solidFill>
            <a:srgbClr val="40B9D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Estrés financiero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32" name="Google Shape;632;p63"/>
          <p:cNvSpPr/>
          <p:nvPr/>
        </p:nvSpPr>
        <p:spPr>
          <a:xfrm>
            <a:off x="3119479" y="3074688"/>
            <a:ext cx="2722500" cy="387000"/>
          </a:xfrm>
          <a:prstGeom prst="roundRect">
            <a:avLst>
              <a:gd fmla="val 16667" name="adj"/>
            </a:avLst>
          </a:prstGeom>
          <a:solidFill>
            <a:srgbClr val="40B9D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Presión académica</a:t>
            </a:r>
            <a:endParaRPr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4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64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05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639" name="Google Shape;639;p64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0" name="Google Shape;640;p64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29/32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41" name="Google Shape;641;p64"/>
          <p:cNvSpPr/>
          <p:nvPr/>
        </p:nvSpPr>
        <p:spPr>
          <a:xfrm>
            <a:off x="640581" y="1641888"/>
            <a:ext cx="7680300" cy="38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¿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Influye </a:t>
            </a:r>
            <a:r>
              <a:rPr lang="en" sz="32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el 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sexo </a:t>
            </a:r>
            <a:r>
              <a:rPr lang="en" sz="32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o el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 nivel académico</a:t>
            </a:r>
            <a:r>
              <a:rPr lang="en" sz="32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rPr>
              <a:t>?</a:t>
            </a:r>
            <a:endParaRPr sz="32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642" name="Google Shape;64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3" name="Google Shape;643;p64"/>
          <p:cNvGrpSpPr/>
          <p:nvPr/>
        </p:nvGrpSpPr>
        <p:grpSpPr>
          <a:xfrm>
            <a:off x="1865201" y="2284445"/>
            <a:ext cx="2477968" cy="2477968"/>
            <a:chOff x="1055250" y="2779395"/>
            <a:chExt cx="1780150" cy="1780150"/>
          </a:xfrm>
        </p:grpSpPr>
        <p:pic>
          <p:nvPicPr>
            <p:cNvPr id="644" name="Google Shape;644;p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55250" y="2779395"/>
              <a:ext cx="1780150" cy="178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5" name="Google Shape;645;p6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283425" y="2779396"/>
              <a:ext cx="304100" cy="30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6" name="Google Shape;646;p6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339587" y="2780563"/>
              <a:ext cx="301752" cy="30175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47" name="Google Shape;64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179" y="2284450"/>
            <a:ext cx="2477968" cy="2477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37725" y="2229150"/>
            <a:ext cx="480800" cy="4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6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0423" y="2227225"/>
            <a:ext cx="484632" cy="484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5"/>
          <p:cNvSpPr/>
          <p:nvPr/>
        </p:nvSpPr>
        <p:spPr>
          <a:xfrm>
            <a:off x="7863490" y="121050"/>
            <a:ext cx="1079700" cy="10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5" name="Google Shape;655;p65"/>
          <p:cNvSpPr txBox="1"/>
          <p:nvPr>
            <p:ph idx="4294967295" type="title"/>
          </p:nvPr>
        </p:nvSpPr>
        <p:spPr>
          <a:xfrm>
            <a:off x="264925" y="-201625"/>
            <a:ext cx="12834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05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656" name="Google Shape;656;p65"/>
          <p:cNvSpPr txBox="1"/>
          <p:nvPr>
            <p:ph type="title"/>
          </p:nvPr>
        </p:nvSpPr>
        <p:spPr>
          <a:xfrm>
            <a:off x="640575" y="658000"/>
            <a:ext cx="74286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7" name="Google Shape;657;p65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30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58" name="Google Shape;658;p65"/>
          <p:cNvSpPr/>
          <p:nvPr/>
        </p:nvSpPr>
        <p:spPr>
          <a:xfrm>
            <a:off x="1595625" y="1645920"/>
            <a:ext cx="5940000" cy="38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¿podemos </a:t>
            </a:r>
            <a:r>
              <a:rPr lang="en" sz="3200">
                <a:solidFill>
                  <a:srgbClr val="40B9D7"/>
                </a:solidFill>
                <a:latin typeface="Bebas Neue"/>
                <a:ea typeface="Bebas Neue"/>
                <a:cs typeface="Bebas Neue"/>
                <a:sym typeface="Bebas Neue"/>
              </a:rPr>
              <a:t>predecir </a:t>
            </a:r>
            <a:r>
              <a:rPr lang="en" sz="3200">
                <a:solidFill>
                  <a:srgbClr val="5C5C5C"/>
                </a:solidFill>
                <a:latin typeface="Bebas Neue"/>
                <a:ea typeface="Bebas Neue"/>
                <a:cs typeface="Bebas Neue"/>
                <a:sym typeface="Bebas Neue"/>
              </a:rPr>
              <a:t>la depresión?</a:t>
            </a:r>
            <a:endParaRPr sz="3200">
              <a:solidFill>
                <a:srgbClr val="5C5C5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659" name="Google Shape;65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316" y="151204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737" y="2401374"/>
            <a:ext cx="2794825" cy="20657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1" name="Google Shape;661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8700" y="2401375"/>
            <a:ext cx="3242450" cy="2065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2" name="Google Shape;662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6825" y="2401375"/>
            <a:ext cx="2181601" cy="20657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6"/>
          <p:cNvSpPr/>
          <p:nvPr/>
        </p:nvSpPr>
        <p:spPr>
          <a:xfrm>
            <a:off x="1286425" y="3632550"/>
            <a:ext cx="6750900" cy="927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CRÉDITOS: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Esta presentación incluye iconos de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u="sng">
                <a:solidFill>
                  <a:srgbClr val="42B5FC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en" u="sng">
                <a:solidFill>
                  <a:srgbClr val="42B5FC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Icons Icons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68" name="Google Shape;668;p66"/>
          <p:cNvGrpSpPr/>
          <p:nvPr/>
        </p:nvGrpSpPr>
        <p:grpSpPr>
          <a:xfrm>
            <a:off x="6306600" y="262968"/>
            <a:ext cx="2115029" cy="2802654"/>
            <a:chOff x="457200" y="304800"/>
            <a:chExt cx="1557000" cy="2266602"/>
          </a:xfrm>
        </p:grpSpPr>
        <p:sp>
          <p:nvSpPr>
            <p:cNvPr id="669" name="Google Shape;669;p66"/>
            <p:cNvSpPr/>
            <p:nvPr/>
          </p:nvSpPr>
          <p:spPr>
            <a:xfrm>
              <a:off x="457200" y="304800"/>
              <a:ext cx="1557000" cy="15570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70" name="Google Shape;670;p66"/>
            <p:cNvSpPr/>
            <p:nvPr/>
          </p:nvSpPr>
          <p:spPr>
            <a:xfrm>
              <a:off x="640080" y="2258502"/>
              <a:ext cx="1199700" cy="312900"/>
            </a:xfrm>
            <a:prstGeom prst="roundRect">
              <a:avLst>
                <a:gd fmla="val 16667" name="adj"/>
              </a:avLst>
            </a:prstGeom>
            <a:solidFill>
              <a:srgbClr val="40B9D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dataset</a:t>
              </a:r>
              <a:endPara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671" name="Google Shape;671;p66"/>
          <p:cNvGrpSpPr/>
          <p:nvPr/>
        </p:nvGrpSpPr>
        <p:grpSpPr>
          <a:xfrm>
            <a:off x="722375" y="262968"/>
            <a:ext cx="2115029" cy="2802654"/>
            <a:chOff x="457200" y="304800"/>
            <a:chExt cx="1557000" cy="2266602"/>
          </a:xfrm>
        </p:grpSpPr>
        <p:sp>
          <p:nvSpPr>
            <p:cNvPr id="672" name="Google Shape;672;p66"/>
            <p:cNvSpPr/>
            <p:nvPr/>
          </p:nvSpPr>
          <p:spPr>
            <a:xfrm>
              <a:off x="457200" y="304800"/>
              <a:ext cx="1557000" cy="15570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73" name="Google Shape;673;p66"/>
            <p:cNvSpPr/>
            <p:nvPr/>
          </p:nvSpPr>
          <p:spPr>
            <a:xfrm>
              <a:off x="640080" y="2258502"/>
              <a:ext cx="1199700" cy="312900"/>
            </a:xfrm>
            <a:prstGeom prst="roundRect">
              <a:avLst>
                <a:gd fmla="val 16667" name="adj"/>
              </a:avLst>
            </a:prstGeom>
            <a:solidFill>
              <a:srgbClr val="40B9D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github</a:t>
              </a:r>
              <a:endPara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674" name="Google Shape;674;p66"/>
          <p:cNvSpPr txBox="1"/>
          <p:nvPr>
            <p:ph idx="12" type="sldNum"/>
          </p:nvPr>
        </p:nvSpPr>
        <p:spPr>
          <a:xfrm>
            <a:off x="8121800" y="4559550"/>
            <a:ext cx="925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31</a:t>
            </a: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/32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75" name="Google Shape;675;p66"/>
          <p:cNvSpPr txBox="1"/>
          <p:nvPr/>
        </p:nvSpPr>
        <p:spPr>
          <a:xfrm>
            <a:off x="3072000" y="8300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Muchas gracias</a:t>
            </a:r>
            <a:endParaRPr/>
          </a:p>
        </p:txBody>
      </p:sp>
      <p:pic>
        <p:nvPicPr>
          <p:cNvPr id="676" name="Google Shape;676;p66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3538" y="315308"/>
            <a:ext cx="1792700" cy="17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66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67741" y="315538"/>
            <a:ext cx="1792225" cy="17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7"/>
          <p:cNvSpPr txBox="1"/>
          <p:nvPr>
            <p:ph idx="4294967295" type="title"/>
          </p:nvPr>
        </p:nvSpPr>
        <p:spPr>
          <a:xfrm>
            <a:off x="1048350" y="95440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Fuentes y colores utilizados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3" name="Google Shape;683;p67"/>
          <p:cNvSpPr txBox="1"/>
          <p:nvPr>
            <p:ph idx="4294967295" type="body"/>
          </p:nvPr>
        </p:nvSpPr>
        <p:spPr>
          <a:xfrm>
            <a:off x="1068100" y="1457875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 presentación ha sido realizada utilizando las siguientes fuentes: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67"/>
          <p:cNvSpPr txBox="1"/>
          <p:nvPr>
            <p:ph idx="4294967295" type="body"/>
          </p:nvPr>
        </p:nvSpPr>
        <p:spPr>
          <a:xfrm>
            <a:off x="1068100" y="1842849"/>
            <a:ext cx="7047300" cy="12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Montserrat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https://fonts.google.com/specimen/Montserrat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Bebas Neue</a:t>
            </a:r>
            <a:endParaRPr b="1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https://fonts.google.com/specimen/Bebas+Neue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85" name="Google Shape;685;p67"/>
          <p:cNvGrpSpPr/>
          <p:nvPr/>
        </p:nvGrpSpPr>
        <p:grpSpPr>
          <a:xfrm>
            <a:off x="2455450" y="3429000"/>
            <a:ext cx="4272600" cy="754200"/>
            <a:chOff x="2455450" y="3474720"/>
            <a:chExt cx="4272600" cy="754200"/>
          </a:xfrm>
        </p:grpSpPr>
        <p:sp>
          <p:nvSpPr>
            <p:cNvPr id="686" name="Google Shape;686;p67"/>
            <p:cNvSpPr/>
            <p:nvPr/>
          </p:nvSpPr>
          <p:spPr>
            <a:xfrm>
              <a:off x="5884450" y="3474720"/>
              <a:ext cx="843600" cy="754200"/>
            </a:xfrm>
            <a:prstGeom prst="roundRect">
              <a:avLst>
                <a:gd fmla="val 16667" name="adj"/>
              </a:avLst>
            </a:prstGeom>
            <a:solidFill>
              <a:srgbClr val="40B9D7"/>
            </a:solidFill>
            <a:ln cap="flat" cmpd="sng" w="1905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</a:t>
              </a:r>
              <a:r>
                <a:rPr b="1" lang="en" sz="9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40B9D7</a:t>
              </a:r>
              <a:endParaRPr b="1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7" name="Google Shape;687;p67"/>
            <p:cNvSpPr/>
            <p:nvPr/>
          </p:nvSpPr>
          <p:spPr>
            <a:xfrm>
              <a:off x="4741450" y="3474720"/>
              <a:ext cx="843600" cy="7542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 cap="flat" cmpd="sng" w="1905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#F3F3F3</a:t>
              </a:r>
              <a:endParaRPr b="1" sz="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8" name="Google Shape;688;p67"/>
            <p:cNvSpPr/>
            <p:nvPr/>
          </p:nvSpPr>
          <p:spPr>
            <a:xfrm>
              <a:off x="2455450" y="3474720"/>
              <a:ext cx="843600" cy="754200"/>
            </a:xfrm>
            <a:prstGeom prst="roundRect">
              <a:avLst>
                <a:gd fmla="val 16667" name="adj"/>
              </a:avLst>
            </a:prstGeom>
            <a:solidFill>
              <a:srgbClr val="434343"/>
            </a:solidFill>
            <a:ln cap="flat" cmpd="sng" w="1905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3F3F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#434343</a:t>
              </a:r>
              <a:endParaRPr b="1" sz="9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9" name="Google Shape;689;p67"/>
            <p:cNvSpPr/>
            <p:nvPr/>
          </p:nvSpPr>
          <p:spPr>
            <a:xfrm>
              <a:off x="3598450" y="3474720"/>
              <a:ext cx="843600" cy="754200"/>
            </a:xfrm>
            <a:prstGeom prst="roundRect">
              <a:avLst>
                <a:gd fmla="val 16667" name="adj"/>
              </a:avLst>
            </a:prstGeom>
            <a:solidFill>
              <a:srgbClr val="5C5C5C"/>
            </a:solidFill>
            <a:ln cap="flat" cmpd="sng" w="19050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3F3F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#5C5C5C</a:t>
              </a:r>
              <a:endParaRPr b="1" sz="9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90" name="Google Shape;690;p67"/>
          <p:cNvSpPr txBox="1"/>
          <p:nvPr>
            <p:ph idx="12" type="sldNum"/>
          </p:nvPr>
        </p:nvSpPr>
        <p:spPr>
          <a:xfrm>
            <a:off x="8498689" y="4559554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32</a:t>
            </a:r>
            <a:endParaRPr sz="24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t Center by Slidesgo">
  <a:themeElements>
    <a:clrScheme name="Simple Light">
      <a:dk1>
        <a:srgbClr val="000000"/>
      </a:dk1>
      <a:lt1>
        <a:srgbClr val="FFFFFF"/>
      </a:lt1>
      <a:dk2>
        <a:srgbClr val="5C5C5C"/>
      </a:dk2>
      <a:lt2>
        <a:srgbClr val="EEEEEE"/>
      </a:lt2>
      <a:accent1>
        <a:srgbClr val="434343"/>
      </a:accent1>
      <a:accent2>
        <a:srgbClr val="F3F3F3"/>
      </a:accent2>
      <a:accent3>
        <a:srgbClr val="42B5FC"/>
      </a:accent3>
      <a:accent4>
        <a:srgbClr val="434343"/>
      </a:accent4>
      <a:accent5>
        <a:srgbClr val="F3F3F3"/>
      </a:accent5>
      <a:accent6>
        <a:srgbClr val="F3F3F3"/>
      </a:accent6>
      <a:hlink>
        <a:srgbClr val="96EDC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