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0" r:id="rId4"/>
    <p:sldMasterId id="214748368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y="5143500" cx="9144000"/>
  <p:notesSz cx="6858000" cy="9144000"/>
  <p:embeddedFontLst>
    <p:embeddedFont>
      <p:font typeface="Montserrat SemiBold"/>
      <p:regular r:id="rId40"/>
      <p:bold r:id="rId41"/>
      <p:italic r:id="rId42"/>
      <p:boldItalic r:id="rId43"/>
    </p:embeddedFont>
    <p:embeddedFont>
      <p:font typeface="Proxima Nova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Gloria Hallelujah"/>
      <p:regular r:id="rId52"/>
    </p:embeddedFont>
    <p:embeddedFont>
      <p:font typeface="Montserrat Black"/>
      <p:bold r:id="rId53"/>
      <p:boldItalic r:id="rId54"/>
    </p:embeddedFont>
    <p:embeddedFont>
      <p:font typeface="Bebas Neue"/>
      <p:regular r:id="rId55"/>
    </p:embeddedFont>
    <p:embeddedFont>
      <p:font typeface="Roboto Condensed"/>
      <p:regular r:id="rId56"/>
      <p:bold r:id="rId57"/>
      <p:italic r:id="rId58"/>
      <p:boldItalic r:id="rId59"/>
    </p:embeddedFont>
    <p:embeddedFont>
      <p:font typeface="Quicksand"/>
      <p:regular r:id="rId60"/>
      <p:bold r:id="rId61"/>
    </p:embeddedFont>
    <p:embeddedFont>
      <p:font typeface="Proxima Nova Semibold"/>
      <p:regular r:id="rId62"/>
      <p:bold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A4A3A4"/>
          </p15:clr>
        </p15:guide>
        <p15:guide id="2" pos="5305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530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SemiBold-regular.fntdata"/><Relationship Id="rId42" Type="http://schemas.openxmlformats.org/officeDocument/2006/relationships/font" Target="fonts/MontserratSemiBold-italic.fntdata"/><Relationship Id="rId41" Type="http://schemas.openxmlformats.org/officeDocument/2006/relationships/font" Target="fonts/MontserratSemiBold-bold.fntdata"/><Relationship Id="rId44" Type="http://schemas.openxmlformats.org/officeDocument/2006/relationships/font" Target="fonts/ProximaNova-regular.fntdata"/><Relationship Id="rId43" Type="http://schemas.openxmlformats.org/officeDocument/2006/relationships/font" Target="fonts/MontserratSemiBold-boldItalic.fntdata"/><Relationship Id="rId46" Type="http://schemas.openxmlformats.org/officeDocument/2006/relationships/font" Target="fonts/ProximaNova-italic.fntdata"/><Relationship Id="rId45" Type="http://schemas.openxmlformats.org/officeDocument/2006/relationships/font" Target="fonts/ProximaNova-bold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Montserrat-regular.fntdata"/><Relationship Id="rId47" Type="http://schemas.openxmlformats.org/officeDocument/2006/relationships/font" Target="fonts/ProximaNova-boldItalic.fntdata"/><Relationship Id="rId49" Type="http://schemas.openxmlformats.org/officeDocument/2006/relationships/font" Target="fonts/Montserrat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font" Target="fonts/ProximaNovaSemibold-regular.fntdata"/><Relationship Id="rId61" Type="http://schemas.openxmlformats.org/officeDocument/2006/relationships/font" Target="fonts/Quicksand-bold.fntdata"/><Relationship Id="rId20" Type="http://schemas.openxmlformats.org/officeDocument/2006/relationships/slide" Target="slides/slide14.xml"/><Relationship Id="rId64" Type="http://schemas.openxmlformats.org/officeDocument/2006/relationships/font" Target="fonts/ProximaNovaSemibold-boldItalic.fntdata"/><Relationship Id="rId63" Type="http://schemas.openxmlformats.org/officeDocument/2006/relationships/font" Target="fonts/ProximaNovaSemibold-bold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font" Target="fonts/Quicksand-regular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Montserrat-boldItalic.fntdata"/><Relationship Id="rId50" Type="http://schemas.openxmlformats.org/officeDocument/2006/relationships/font" Target="fonts/Montserrat-italic.fntdata"/><Relationship Id="rId53" Type="http://schemas.openxmlformats.org/officeDocument/2006/relationships/font" Target="fonts/MontserratBlack-bold.fntdata"/><Relationship Id="rId52" Type="http://schemas.openxmlformats.org/officeDocument/2006/relationships/font" Target="fonts/GloriaHallelujah-regular.fntdata"/><Relationship Id="rId11" Type="http://schemas.openxmlformats.org/officeDocument/2006/relationships/slide" Target="slides/slide5.xml"/><Relationship Id="rId55" Type="http://schemas.openxmlformats.org/officeDocument/2006/relationships/font" Target="fonts/BebasNeue-regular.fntdata"/><Relationship Id="rId10" Type="http://schemas.openxmlformats.org/officeDocument/2006/relationships/slide" Target="slides/slide4.xml"/><Relationship Id="rId54" Type="http://schemas.openxmlformats.org/officeDocument/2006/relationships/font" Target="fonts/MontserratBlack-boldItalic.fntdata"/><Relationship Id="rId13" Type="http://schemas.openxmlformats.org/officeDocument/2006/relationships/slide" Target="slides/slide7.xml"/><Relationship Id="rId57" Type="http://schemas.openxmlformats.org/officeDocument/2006/relationships/font" Target="fonts/RobotoCondensed-bold.fntdata"/><Relationship Id="rId12" Type="http://schemas.openxmlformats.org/officeDocument/2006/relationships/slide" Target="slides/slide6.xml"/><Relationship Id="rId56" Type="http://schemas.openxmlformats.org/officeDocument/2006/relationships/font" Target="fonts/RobotoCondensed-regular.fntdata"/><Relationship Id="rId15" Type="http://schemas.openxmlformats.org/officeDocument/2006/relationships/slide" Target="slides/slide9.xml"/><Relationship Id="rId59" Type="http://schemas.openxmlformats.org/officeDocument/2006/relationships/font" Target="fonts/RobotoCondensed-boldItalic.fntdata"/><Relationship Id="rId14" Type="http://schemas.openxmlformats.org/officeDocument/2006/relationships/slide" Target="slides/slide8.xml"/><Relationship Id="rId58" Type="http://schemas.openxmlformats.org/officeDocument/2006/relationships/font" Target="fonts/RobotoCondensed-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459d87c84c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459d87c84c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33d38149dc_5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33d38149dc_5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3cc36db6b9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3cc36db6b9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f1c959775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f1c959775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967cd42cad_4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967cd42cad_4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9181ec7c38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9181ec7c38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5f1c95977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5f1c95977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3da5c6970b_7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33da5c6970b_7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b040453f38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b040453f38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b040453f38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b040453f3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fa32cdb38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afa32cdb38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5cf144e6e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35cf144e6e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afa32cdb38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afa32cdb38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afa32cdb38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3afa32cdb38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afa32cdb38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afa32cdb38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b040453f38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b040453f38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afa32cdb38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afa32cdb38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afa32cdb38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afa32cdb38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fa32cdb38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fa32cdb38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8663922815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866392281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86639228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7" name="Google Shape;527;g386639228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afa32cdb38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afa32cdb38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866392281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866392281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3b03d88203a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3b03d88203a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b03d88203a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3b03d88203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b03d88203a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3b03d88203a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3b03d88203a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3b03d88203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5f1c959775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35f1c959775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5cd5e53c4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35cd5e53c4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8663922815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8663922815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8663922815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8663922815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5cd5e53c4c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35cd5e53c4c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98cff04ddb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98cff04ddb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 of Arts" type="title">
  <p:cSld name="TITLE">
    <p:bg>
      <p:bgPr>
        <a:noFill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243000" y="901075"/>
            <a:ext cx="3072300" cy="1766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1" sz="6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243000" y="2836450"/>
            <a:ext cx="30723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noFill/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6085069" y="1110550"/>
            <a:ext cx="2334300" cy="191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6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231500" y="3294556"/>
            <a:ext cx="3737100" cy="8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4633488" y="539489"/>
            <a:ext cx="2805600" cy="194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40B9D7"/>
              </a:buClr>
              <a:buSzPts val="20000"/>
              <a:buNone/>
              <a:defRPr sz="15000">
                <a:solidFill>
                  <a:srgbClr val="40B9D7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noFill/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619391" y="315111"/>
            <a:ext cx="7699200" cy="6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subTitle"/>
          </p:nvPr>
        </p:nvSpPr>
        <p:spPr>
          <a:xfrm>
            <a:off x="625121" y="1089715"/>
            <a:ext cx="7802100" cy="30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ivvic"/>
              <a:buAutoNum type="arabicPeriod"/>
              <a:defRPr sz="12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lphaLcPeriod"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romanLcPeriod"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rabicPeriod"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lphaLcPeriod"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romanLcPeriod"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rabicPeriod"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lphaLcPeriod"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200"/>
              <a:buFont typeface="Roboto Condensed Light"/>
              <a:buAutoNum type="romanLcPeriod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dos columnas" type="twoColTx">
  <p:cSld name="TITLE_AND_TWO_COLUMNS">
    <p:bg>
      <p:bgPr>
        <a:noFill/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 rot="-5400000">
            <a:off x="-383250" y="383253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4" name="Google Shape;24;p5"/>
          <p:cNvSpPr txBox="1"/>
          <p:nvPr>
            <p:ph type="title"/>
          </p:nvPr>
        </p:nvSpPr>
        <p:spPr>
          <a:xfrm>
            <a:off x="618324" y="319145"/>
            <a:ext cx="2711400" cy="11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4156017" y="3002139"/>
            <a:ext cx="2660700" cy="46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5760925" y="1127681"/>
            <a:ext cx="2660700" cy="46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idx="3" type="subTitle"/>
          </p:nvPr>
        </p:nvSpPr>
        <p:spPr>
          <a:xfrm>
            <a:off x="4156017" y="3322812"/>
            <a:ext cx="2660700" cy="72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idx="4" type="subTitle"/>
          </p:nvPr>
        </p:nvSpPr>
        <p:spPr>
          <a:xfrm>
            <a:off x="5760925" y="1446527"/>
            <a:ext cx="2660700" cy="6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9" name="Google Shape;29;p5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noFill/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33" name="Google Shape;33;p6"/>
          <p:cNvSpPr txBox="1"/>
          <p:nvPr>
            <p:ph type="title"/>
          </p:nvPr>
        </p:nvSpPr>
        <p:spPr>
          <a:xfrm>
            <a:off x="619047" y="317964"/>
            <a:ext cx="28476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34" name="Google Shape;34;p6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noFill/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 rot="-5400000">
            <a:off x="4713000" y="1341228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5511093" y="1251400"/>
            <a:ext cx="2910600" cy="107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5173925" y="3120900"/>
            <a:ext cx="3247500" cy="5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0" name="Google Shape;40;p7"/>
          <p:cNvSpPr/>
          <p:nvPr/>
        </p:nvSpPr>
        <p:spPr>
          <a:xfrm>
            <a:off x="5997675" y="608200"/>
            <a:ext cx="643200" cy="6432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noFill/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1027175" y="1906650"/>
            <a:ext cx="4041900" cy="14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Patrick Hand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noFill/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1624725" y="2571750"/>
            <a:ext cx="4638300" cy="16476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/>
          <p:nvPr/>
        </p:nvSpPr>
        <p:spPr>
          <a:xfrm>
            <a:off x="1635775" y="924150"/>
            <a:ext cx="1668600" cy="164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1073349" y="1210475"/>
            <a:ext cx="2805600" cy="132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6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1938350" y="2846175"/>
            <a:ext cx="3849900" cy="11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50" name="Google Shape;50;p9"/>
          <p:cNvSpPr txBox="1"/>
          <p:nvPr>
            <p:ph hasCustomPrompt="1" idx="2" type="title"/>
          </p:nvPr>
        </p:nvSpPr>
        <p:spPr>
          <a:xfrm>
            <a:off x="1889450" y="76705"/>
            <a:ext cx="2680200" cy="235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40B9D7"/>
              </a:buClr>
              <a:buSzPts val="20000"/>
              <a:buNone/>
              <a:defRPr sz="15000">
                <a:solidFill>
                  <a:srgbClr val="40B9D7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noFill/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/>
          <p:nvPr/>
        </p:nvSpPr>
        <p:spPr>
          <a:xfrm rot="-5400000">
            <a:off x="-383250" y="3792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54" name="Google Shape;54;p10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 txBox="1"/>
          <p:nvPr>
            <p:ph type="title"/>
          </p:nvPr>
        </p:nvSpPr>
        <p:spPr>
          <a:xfrm>
            <a:off x="633650" y="316423"/>
            <a:ext cx="2071500" cy="109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noFill/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918264" y="3392942"/>
            <a:ext cx="1092000" cy="1092000"/>
          </a:xfrm>
          <a:prstGeom prst="rect">
            <a:avLst/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/>
          <p:nvPr/>
        </p:nvSpPr>
        <p:spPr>
          <a:xfrm>
            <a:off x="0" y="0"/>
            <a:ext cx="3204000" cy="3204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1"/>
          <p:cNvSpPr/>
          <p:nvPr/>
        </p:nvSpPr>
        <p:spPr>
          <a:xfrm>
            <a:off x="1578000" y="1130567"/>
            <a:ext cx="2764500" cy="2764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1"/>
          <p:cNvSpPr txBox="1"/>
          <p:nvPr>
            <p:ph hasCustomPrompt="1" type="title"/>
          </p:nvPr>
        </p:nvSpPr>
        <p:spPr>
          <a:xfrm>
            <a:off x="1046051" y="2021319"/>
            <a:ext cx="3545100" cy="194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15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2" name="Google Shape;62;p11"/>
          <p:cNvSpPr txBox="1"/>
          <p:nvPr>
            <p:ph idx="1" type="subTitle"/>
          </p:nvPr>
        </p:nvSpPr>
        <p:spPr>
          <a:xfrm>
            <a:off x="4640025" y="1898479"/>
            <a:ext cx="37818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3" name="Google Shape;63;p11"/>
          <p:cNvSpPr txBox="1"/>
          <p:nvPr>
            <p:ph idx="2" type="subTitle"/>
          </p:nvPr>
        </p:nvSpPr>
        <p:spPr>
          <a:xfrm>
            <a:off x="4640025" y="2214104"/>
            <a:ext cx="3781800" cy="9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 1">
  <p:cSld name="MAIN_POINT_1">
    <p:bg>
      <p:bgPr>
        <a:noFill/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/>
          <p:nvPr/>
        </p:nvSpPr>
        <p:spPr>
          <a:xfrm rot="-5400000">
            <a:off x="-383250" y="3792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69" name="Google Shape;69;p13"/>
          <p:cNvSpPr txBox="1"/>
          <p:nvPr>
            <p:ph idx="1" type="subTitle"/>
          </p:nvPr>
        </p:nvSpPr>
        <p:spPr>
          <a:xfrm>
            <a:off x="4685800" y="2340886"/>
            <a:ext cx="37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2" type="subTitle"/>
          </p:nvPr>
        </p:nvSpPr>
        <p:spPr>
          <a:xfrm>
            <a:off x="4685800" y="2659012"/>
            <a:ext cx="3735600" cy="19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3" type="subTitle"/>
          </p:nvPr>
        </p:nvSpPr>
        <p:spPr>
          <a:xfrm>
            <a:off x="723298" y="2340886"/>
            <a:ext cx="37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3"/>
          <p:cNvSpPr txBox="1"/>
          <p:nvPr>
            <p:ph idx="4" type="subTitle"/>
          </p:nvPr>
        </p:nvSpPr>
        <p:spPr>
          <a:xfrm>
            <a:off x="723225" y="2659864"/>
            <a:ext cx="3735600" cy="19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3" name="Google Shape;73;p13"/>
          <p:cNvSpPr txBox="1"/>
          <p:nvPr>
            <p:ph type="title"/>
          </p:nvPr>
        </p:nvSpPr>
        <p:spPr>
          <a:xfrm>
            <a:off x="633640" y="316432"/>
            <a:ext cx="2071500" cy="13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74" name="Google Shape;74;p13"/>
          <p:cNvSpPr/>
          <p:nvPr/>
        </p:nvSpPr>
        <p:spPr>
          <a:xfrm>
            <a:off x="6819825" y="768350"/>
            <a:ext cx="1041300" cy="10356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3"/>
          <p:cNvSpPr/>
          <p:nvPr/>
        </p:nvSpPr>
        <p:spPr>
          <a:xfrm>
            <a:off x="6565461" y="562400"/>
            <a:ext cx="477600" cy="474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TITLE_AND_BODY_1">
    <p:bg>
      <p:bgPr>
        <a:noFill/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idx="1" type="subTitle"/>
          </p:nvPr>
        </p:nvSpPr>
        <p:spPr>
          <a:xfrm>
            <a:off x="736825" y="3015698"/>
            <a:ext cx="19086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79" name="Google Shape;79;p14"/>
          <p:cNvSpPr txBox="1"/>
          <p:nvPr>
            <p:ph idx="2" type="subTitle"/>
          </p:nvPr>
        </p:nvSpPr>
        <p:spPr>
          <a:xfrm>
            <a:off x="2645466" y="3015737"/>
            <a:ext cx="19212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3" type="subTitle"/>
          </p:nvPr>
        </p:nvSpPr>
        <p:spPr>
          <a:xfrm>
            <a:off x="4566637" y="3015737"/>
            <a:ext cx="19212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4" type="subTitle"/>
          </p:nvPr>
        </p:nvSpPr>
        <p:spPr>
          <a:xfrm>
            <a:off x="6498125" y="3015698"/>
            <a:ext cx="19110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5" type="subTitle"/>
          </p:nvPr>
        </p:nvSpPr>
        <p:spPr>
          <a:xfrm>
            <a:off x="1321775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3" name="Google Shape;83;p14"/>
          <p:cNvSpPr txBox="1"/>
          <p:nvPr>
            <p:ph idx="6" type="subTitle"/>
          </p:nvPr>
        </p:nvSpPr>
        <p:spPr>
          <a:xfrm>
            <a:off x="3244926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4" name="Google Shape;84;p14"/>
          <p:cNvSpPr txBox="1"/>
          <p:nvPr>
            <p:ph idx="7" type="subTitle"/>
          </p:nvPr>
        </p:nvSpPr>
        <p:spPr>
          <a:xfrm>
            <a:off x="5146488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5" name="Google Shape;85;p14"/>
          <p:cNvSpPr txBox="1"/>
          <p:nvPr>
            <p:ph idx="8" type="subTitle"/>
          </p:nvPr>
        </p:nvSpPr>
        <p:spPr>
          <a:xfrm>
            <a:off x="7093800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6" name="Google Shape;86;p14"/>
          <p:cNvSpPr txBox="1"/>
          <p:nvPr>
            <p:ph idx="9" type="subTitle"/>
          </p:nvPr>
        </p:nvSpPr>
        <p:spPr>
          <a:xfrm>
            <a:off x="722375" y="3630615"/>
            <a:ext cx="19212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7" name="Google Shape;87;p14"/>
          <p:cNvSpPr txBox="1"/>
          <p:nvPr>
            <p:ph idx="13" type="subTitle"/>
          </p:nvPr>
        </p:nvSpPr>
        <p:spPr>
          <a:xfrm>
            <a:off x="2645537" y="3630550"/>
            <a:ext cx="19212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8" name="Google Shape;88;p14"/>
          <p:cNvSpPr txBox="1"/>
          <p:nvPr>
            <p:ph idx="14" type="subTitle"/>
          </p:nvPr>
        </p:nvSpPr>
        <p:spPr>
          <a:xfrm>
            <a:off x="4566729" y="3630615"/>
            <a:ext cx="19212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9" name="Google Shape;89;p14"/>
          <p:cNvSpPr txBox="1"/>
          <p:nvPr>
            <p:ph idx="15" type="subTitle"/>
          </p:nvPr>
        </p:nvSpPr>
        <p:spPr>
          <a:xfrm>
            <a:off x="6500694" y="3630531"/>
            <a:ext cx="19086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90" name="Google Shape;90;p14"/>
          <p:cNvSpPr/>
          <p:nvPr/>
        </p:nvSpPr>
        <p:spPr>
          <a:xfrm>
            <a:off x="25145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91" name="Google Shape;91;p14"/>
          <p:cNvSpPr/>
          <p:nvPr/>
        </p:nvSpPr>
        <p:spPr>
          <a:xfrm>
            <a:off x="4361375" y="1336325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4"/>
          <p:cNvSpPr txBox="1"/>
          <p:nvPr>
            <p:ph type="title"/>
          </p:nvPr>
        </p:nvSpPr>
        <p:spPr>
          <a:xfrm>
            <a:off x="161298" y="274597"/>
            <a:ext cx="2353200" cy="11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93" name="Google Shape;93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">
  <p:cSld name="SECTION_HEADER_1">
    <p:bg>
      <p:bgPr>
        <a:noFill/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/>
          <p:nvPr/>
        </p:nvSpPr>
        <p:spPr>
          <a:xfrm rot="5400000">
            <a:off x="114900" y="2234736"/>
            <a:ext cx="2067600" cy="12537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96" name="Google Shape;96;p15"/>
          <p:cNvSpPr/>
          <p:nvPr/>
        </p:nvSpPr>
        <p:spPr>
          <a:xfrm rot="10800000">
            <a:off x="188971" y="1496715"/>
            <a:ext cx="664200" cy="6642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5"/>
          <p:cNvSpPr/>
          <p:nvPr/>
        </p:nvSpPr>
        <p:spPr>
          <a:xfrm>
            <a:off x="7671625" y="3682475"/>
            <a:ext cx="1500000" cy="1481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0" y="0"/>
            <a:ext cx="1500000" cy="539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+ two columns">
  <p:cSld name="TITLE_AND_TWO_COLUMNS_1_1">
    <p:bg>
      <p:bgPr>
        <a:noFill/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 txBox="1"/>
          <p:nvPr>
            <p:ph type="title"/>
          </p:nvPr>
        </p:nvSpPr>
        <p:spPr>
          <a:xfrm>
            <a:off x="633878" y="316625"/>
            <a:ext cx="2894700" cy="10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2" name="Google Shape;102;p16"/>
          <p:cNvSpPr txBox="1"/>
          <p:nvPr>
            <p:ph idx="1" type="subTitle"/>
          </p:nvPr>
        </p:nvSpPr>
        <p:spPr>
          <a:xfrm>
            <a:off x="5516915" y="3569075"/>
            <a:ext cx="2577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3" name="Google Shape;103;p16"/>
          <p:cNvSpPr txBox="1"/>
          <p:nvPr>
            <p:ph idx="2" type="subTitle"/>
          </p:nvPr>
        </p:nvSpPr>
        <p:spPr>
          <a:xfrm>
            <a:off x="5516917" y="3893673"/>
            <a:ext cx="2577000" cy="6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4" name="Google Shape;104;p16"/>
          <p:cNvSpPr txBox="1"/>
          <p:nvPr>
            <p:ph idx="3" type="subTitle"/>
          </p:nvPr>
        </p:nvSpPr>
        <p:spPr>
          <a:xfrm>
            <a:off x="612175" y="3321215"/>
            <a:ext cx="3484200" cy="111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idx="4" type="subTitle"/>
          </p:nvPr>
        </p:nvSpPr>
        <p:spPr>
          <a:xfrm>
            <a:off x="5516938" y="1427200"/>
            <a:ext cx="2577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6" name="Google Shape;106;p16"/>
          <p:cNvSpPr txBox="1"/>
          <p:nvPr>
            <p:ph idx="5" type="subTitle"/>
          </p:nvPr>
        </p:nvSpPr>
        <p:spPr>
          <a:xfrm>
            <a:off x="5516901" y="1751754"/>
            <a:ext cx="2577000" cy="6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7" name="Google Shape;107;p16"/>
          <p:cNvSpPr/>
          <p:nvPr/>
        </p:nvSpPr>
        <p:spPr>
          <a:xfrm rot="-5400000">
            <a:off x="-383250" y="383253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3">
  <p:cSld name="TITLE_AND_TWO_COLUMNS_1_1_1">
    <p:bg>
      <p:bgPr>
        <a:noFill/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/>
        </p:nvSpPr>
        <p:spPr>
          <a:xfrm>
            <a:off x="25145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12" name="Google Shape;112;p17"/>
          <p:cNvSpPr txBox="1"/>
          <p:nvPr>
            <p:ph idx="1" type="subTitle"/>
          </p:nvPr>
        </p:nvSpPr>
        <p:spPr>
          <a:xfrm>
            <a:off x="722374" y="3281968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3" name="Google Shape;113;p17"/>
          <p:cNvSpPr txBox="1"/>
          <p:nvPr>
            <p:ph idx="2" type="subTitle"/>
          </p:nvPr>
        </p:nvSpPr>
        <p:spPr>
          <a:xfrm>
            <a:off x="722400" y="3627892"/>
            <a:ext cx="22356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4" name="Google Shape;114;p17"/>
          <p:cNvSpPr txBox="1"/>
          <p:nvPr>
            <p:ph idx="3" type="subTitle"/>
          </p:nvPr>
        </p:nvSpPr>
        <p:spPr>
          <a:xfrm>
            <a:off x="3454801" y="3281968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5" name="Google Shape;115;p17"/>
          <p:cNvSpPr txBox="1"/>
          <p:nvPr>
            <p:ph idx="4" type="subTitle"/>
          </p:nvPr>
        </p:nvSpPr>
        <p:spPr>
          <a:xfrm>
            <a:off x="3454801" y="3639392"/>
            <a:ext cx="22356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6" name="Google Shape;116;p17"/>
          <p:cNvSpPr txBox="1"/>
          <p:nvPr>
            <p:ph idx="5" type="subTitle"/>
          </p:nvPr>
        </p:nvSpPr>
        <p:spPr>
          <a:xfrm>
            <a:off x="6186025" y="3281968"/>
            <a:ext cx="22344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7" name="Google Shape;117;p17"/>
          <p:cNvSpPr txBox="1"/>
          <p:nvPr>
            <p:ph idx="6" type="subTitle"/>
          </p:nvPr>
        </p:nvSpPr>
        <p:spPr>
          <a:xfrm>
            <a:off x="6187231" y="3639390"/>
            <a:ext cx="22344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hasCustomPrompt="1" type="title"/>
          </p:nvPr>
        </p:nvSpPr>
        <p:spPr>
          <a:xfrm>
            <a:off x="1418844" y="2426604"/>
            <a:ext cx="8427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19" name="Google Shape;119;p17"/>
          <p:cNvSpPr txBox="1"/>
          <p:nvPr>
            <p:ph hasCustomPrompt="1" idx="7" type="title"/>
          </p:nvPr>
        </p:nvSpPr>
        <p:spPr>
          <a:xfrm>
            <a:off x="4151244" y="2428304"/>
            <a:ext cx="8427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20" name="Google Shape;120;p17"/>
          <p:cNvSpPr txBox="1"/>
          <p:nvPr>
            <p:ph hasCustomPrompt="1" idx="8" type="title"/>
          </p:nvPr>
        </p:nvSpPr>
        <p:spPr>
          <a:xfrm>
            <a:off x="6883644" y="2426604"/>
            <a:ext cx="8427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21" name="Google Shape;121;p17"/>
          <p:cNvSpPr txBox="1"/>
          <p:nvPr>
            <p:ph idx="9" type="title"/>
          </p:nvPr>
        </p:nvSpPr>
        <p:spPr>
          <a:xfrm>
            <a:off x="629898" y="312197"/>
            <a:ext cx="2353200" cy="11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22" name="Google Shape;122;p17"/>
          <p:cNvSpPr/>
          <p:nvPr/>
        </p:nvSpPr>
        <p:spPr>
          <a:xfrm>
            <a:off x="4361375" y="1336325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ubtitle + text">
  <p:cSld name="TITLE_AND_TWO_COLUMNS_1_1_1_1">
    <p:bg>
      <p:bgPr>
        <a:noFill/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/>
          <p:nvPr/>
        </p:nvSpPr>
        <p:spPr>
          <a:xfrm rot="-5400000">
            <a:off x="-247800" y="247800"/>
            <a:ext cx="1947000" cy="14514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26" name="Google Shape;126;p18"/>
          <p:cNvSpPr txBox="1"/>
          <p:nvPr>
            <p:ph type="title"/>
          </p:nvPr>
        </p:nvSpPr>
        <p:spPr>
          <a:xfrm>
            <a:off x="612961" y="315240"/>
            <a:ext cx="2563800" cy="12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7" name="Google Shape;127;p18"/>
          <p:cNvSpPr txBox="1"/>
          <p:nvPr>
            <p:ph idx="1" type="subTitle"/>
          </p:nvPr>
        </p:nvSpPr>
        <p:spPr>
          <a:xfrm>
            <a:off x="618829" y="2882175"/>
            <a:ext cx="28068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8" name="Google Shape;128;p18"/>
          <p:cNvSpPr txBox="1"/>
          <p:nvPr>
            <p:ph idx="2" type="subTitle"/>
          </p:nvPr>
        </p:nvSpPr>
        <p:spPr>
          <a:xfrm>
            <a:off x="618860" y="3199493"/>
            <a:ext cx="28068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9" name="Google Shape;129;p18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ix columns">
  <p:cSld name="TITLE_AND_TWO_COLUMNS_1_1_2">
    <p:bg>
      <p:bgPr>
        <a:noFill/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/>
          <p:nvPr/>
        </p:nvSpPr>
        <p:spPr>
          <a:xfrm>
            <a:off x="25146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</a:t>
            </a:r>
            <a:endParaRPr/>
          </a:p>
        </p:txBody>
      </p:sp>
      <p:sp>
        <p:nvSpPr>
          <p:cNvPr id="133" name="Google Shape;133;p19"/>
          <p:cNvSpPr txBox="1"/>
          <p:nvPr>
            <p:ph type="title"/>
          </p:nvPr>
        </p:nvSpPr>
        <p:spPr>
          <a:xfrm>
            <a:off x="618574" y="319854"/>
            <a:ext cx="3081600" cy="4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4" name="Google Shape;134;p19"/>
          <p:cNvSpPr txBox="1"/>
          <p:nvPr>
            <p:ph idx="1" type="subTitle"/>
          </p:nvPr>
        </p:nvSpPr>
        <p:spPr>
          <a:xfrm>
            <a:off x="6420325" y="3504676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5" name="Google Shape;135;p19"/>
          <p:cNvSpPr txBox="1"/>
          <p:nvPr>
            <p:ph idx="2" type="subTitle"/>
          </p:nvPr>
        </p:nvSpPr>
        <p:spPr>
          <a:xfrm>
            <a:off x="6121832" y="3825122"/>
            <a:ext cx="2299800" cy="5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6" name="Google Shape;136;p19"/>
          <p:cNvSpPr txBox="1"/>
          <p:nvPr>
            <p:ph idx="3" type="subTitle"/>
          </p:nvPr>
        </p:nvSpPr>
        <p:spPr>
          <a:xfrm>
            <a:off x="917675" y="3504698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7" name="Google Shape;137;p19"/>
          <p:cNvSpPr txBox="1"/>
          <p:nvPr>
            <p:ph idx="4" type="subTitle"/>
          </p:nvPr>
        </p:nvSpPr>
        <p:spPr>
          <a:xfrm>
            <a:off x="619055" y="3825126"/>
            <a:ext cx="2299800" cy="5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8" name="Google Shape;138;p19"/>
          <p:cNvSpPr txBox="1"/>
          <p:nvPr>
            <p:ph idx="5" type="subTitle"/>
          </p:nvPr>
        </p:nvSpPr>
        <p:spPr>
          <a:xfrm>
            <a:off x="3796524" y="3504678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9" name="Google Shape;139;p19"/>
          <p:cNvSpPr txBox="1"/>
          <p:nvPr>
            <p:ph idx="6" type="subTitle"/>
          </p:nvPr>
        </p:nvSpPr>
        <p:spPr>
          <a:xfrm>
            <a:off x="3497976" y="3825120"/>
            <a:ext cx="2299800" cy="5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0" name="Google Shape;140;p19"/>
          <p:cNvSpPr txBox="1"/>
          <p:nvPr>
            <p:ph idx="7" type="subTitle"/>
          </p:nvPr>
        </p:nvSpPr>
        <p:spPr>
          <a:xfrm>
            <a:off x="6420325" y="2308300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1" name="Google Shape;141;p19"/>
          <p:cNvSpPr txBox="1"/>
          <p:nvPr>
            <p:ph idx="8" type="subTitle"/>
          </p:nvPr>
        </p:nvSpPr>
        <p:spPr>
          <a:xfrm>
            <a:off x="6121832" y="2627840"/>
            <a:ext cx="2299800" cy="5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2" name="Google Shape;142;p19"/>
          <p:cNvSpPr txBox="1"/>
          <p:nvPr>
            <p:ph idx="9" type="subTitle"/>
          </p:nvPr>
        </p:nvSpPr>
        <p:spPr>
          <a:xfrm>
            <a:off x="917675" y="2308325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3" name="Google Shape;143;p19"/>
          <p:cNvSpPr txBox="1"/>
          <p:nvPr>
            <p:ph idx="13" type="subTitle"/>
          </p:nvPr>
        </p:nvSpPr>
        <p:spPr>
          <a:xfrm>
            <a:off x="619055" y="2627858"/>
            <a:ext cx="2299800" cy="5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4" name="Google Shape;144;p19"/>
          <p:cNvSpPr txBox="1"/>
          <p:nvPr>
            <p:ph idx="14" type="subTitle"/>
          </p:nvPr>
        </p:nvSpPr>
        <p:spPr>
          <a:xfrm>
            <a:off x="3796524" y="2308300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5" name="Google Shape;145;p19"/>
          <p:cNvSpPr txBox="1"/>
          <p:nvPr>
            <p:ph idx="15" type="subTitle"/>
          </p:nvPr>
        </p:nvSpPr>
        <p:spPr>
          <a:xfrm>
            <a:off x="3497976" y="2627833"/>
            <a:ext cx="2299800" cy="5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6" name="Google Shape;146;p19"/>
          <p:cNvSpPr/>
          <p:nvPr/>
        </p:nvSpPr>
        <p:spPr>
          <a:xfrm>
            <a:off x="4361375" y="1336325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+ three columns">
  <p:cSld name="TITLE_AND_BODY_2">
    <p:bg>
      <p:bgPr>
        <a:noFill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/>
          <p:nvPr/>
        </p:nvSpPr>
        <p:spPr>
          <a:xfrm rot="-5400000">
            <a:off x="4106700" y="-4110575"/>
            <a:ext cx="9288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1362275" y="2088150"/>
            <a:ext cx="1902900" cy="2298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0"/>
          <p:cNvSpPr/>
          <p:nvPr/>
        </p:nvSpPr>
        <p:spPr>
          <a:xfrm>
            <a:off x="3611874" y="2088150"/>
            <a:ext cx="1902900" cy="2298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0"/>
          <p:cNvSpPr/>
          <p:nvPr/>
        </p:nvSpPr>
        <p:spPr>
          <a:xfrm>
            <a:off x="5873000" y="2088150"/>
            <a:ext cx="1902900" cy="2298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0"/>
          <p:cNvSpPr txBox="1"/>
          <p:nvPr>
            <p:ph type="title"/>
          </p:nvPr>
        </p:nvSpPr>
        <p:spPr>
          <a:xfrm>
            <a:off x="624000" y="318750"/>
            <a:ext cx="1627500" cy="11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54" name="Google Shape;154;p20"/>
          <p:cNvSpPr txBox="1"/>
          <p:nvPr>
            <p:ph idx="1" type="subTitle"/>
          </p:nvPr>
        </p:nvSpPr>
        <p:spPr>
          <a:xfrm>
            <a:off x="1481186" y="2935648"/>
            <a:ext cx="16992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5" name="Google Shape;155;p20"/>
          <p:cNvSpPr txBox="1"/>
          <p:nvPr>
            <p:ph idx="2" type="subTitle"/>
          </p:nvPr>
        </p:nvSpPr>
        <p:spPr>
          <a:xfrm>
            <a:off x="3713725" y="2935648"/>
            <a:ext cx="16992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6" name="Google Shape;156;p20"/>
          <p:cNvSpPr txBox="1"/>
          <p:nvPr>
            <p:ph idx="3" type="subTitle"/>
          </p:nvPr>
        </p:nvSpPr>
        <p:spPr>
          <a:xfrm>
            <a:off x="5963442" y="2935648"/>
            <a:ext cx="16992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7" name="Google Shape;157;p20"/>
          <p:cNvSpPr txBox="1"/>
          <p:nvPr>
            <p:ph idx="4" type="subTitle"/>
          </p:nvPr>
        </p:nvSpPr>
        <p:spPr>
          <a:xfrm>
            <a:off x="4147975" y="705716"/>
            <a:ext cx="4273800" cy="6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8" name="Google Shape;158;p20"/>
          <p:cNvSpPr txBox="1"/>
          <p:nvPr>
            <p:ph idx="5" type="subTitle"/>
          </p:nvPr>
        </p:nvSpPr>
        <p:spPr>
          <a:xfrm>
            <a:off x="1481200" y="3254975"/>
            <a:ext cx="1699200" cy="98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9" name="Google Shape;159;p20"/>
          <p:cNvSpPr txBox="1"/>
          <p:nvPr>
            <p:ph idx="6" type="subTitle"/>
          </p:nvPr>
        </p:nvSpPr>
        <p:spPr>
          <a:xfrm>
            <a:off x="3713675" y="3254975"/>
            <a:ext cx="1699200" cy="98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60" name="Google Shape;160;p20"/>
          <p:cNvSpPr txBox="1"/>
          <p:nvPr>
            <p:ph idx="7" type="subTitle"/>
          </p:nvPr>
        </p:nvSpPr>
        <p:spPr>
          <a:xfrm>
            <a:off x="5963612" y="3253350"/>
            <a:ext cx="1699200" cy="98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61" name="Google Shape;161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4">
  <p:cSld name="TITLE_AND_TWO_COLUMNS_1_1_3">
    <p:bg>
      <p:bgPr>
        <a:noFill/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1"/>
          <p:cNvSpPr/>
          <p:nvPr/>
        </p:nvSpPr>
        <p:spPr>
          <a:xfrm>
            <a:off x="0" y="2116000"/>
            <a:ext cx="3049800" cy="30273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1"/>
          <p:cNvSpPr/>
          <p:nvPr/>
        </p:nvSpPr>
        <p:spPr>
          <a:xfrm>
            <a:off x="6087300" y="2116000"/>
            <a:ext cx="3049800" cy="30273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1"/>
          <p:cNvSpPr/>
          <p:nvPr/>
        </p:nvSpPr>
        <p:spPr>
          <a:xfrm>
            <a:off x="25145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66" name="Google Shape;166;p21"/>
          <p:cNvSpPr txBox="1"/>
          <p:nvPr>
            <p:ph type="title"/>
          </p:nvPr>
        </p:nvSpPr>
        <p:spPr>
          <a:xfrm>
            <a:off x="619047" y="318788"/>
            <a:ext cx="3391800" cy="10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7" name="Google Shape;167;p21"/>
          <p:cNvSpPr txBox="1"/>
          <p:nvPr>
            <p:ph idx="1" type="subTitle"/>
          </p:nvPr>
        </p:nvSpPr>
        <p:spPr>
          <a:xfrm>
            <a:off x="3690012" y="3171795"/>
            <a:ext cx="17571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8" name="Google Shape;168;p21"/>
          <p:cNvSpPr txBox="1"/>
          <p:nvPr>
            <p:ph idx="2" type="subTitle"/>
          </p:nvPr>
        </p:nvSpPr>
        <p:spPr>
          <a:xfrm>
            <a:off x="3690010" y="3499218"/>
            <a:ext cx="1757100" cy="87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9" name="Google Shape;169;p21"/>
          <p:cNvSpPr txBox="1"/>
          <p:nvPr>
            <p:ph idx="3" type="subTitle"/>
          </p:nvPr>
        </p:nvSpPr>
        <p:spPr>
          <a:xfrm>
            <a:off x="613800" y="3174774"/>
            <a:ext cx="17571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0" name="Google Shape;170;p21"/>
          <p:cNvSpPr txBox="1"/>
          <p:nvPr>
            <p:ph idx="4" type="subTitle"/>
          </p:nvPr>
        </p:nvSpPr>
        <p:spPr>
          <a:xfrm>
            <a:off x="613625" y="3495810"/>
            <a:ext cx="1757100" cy="87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1" name="Google Shape;171;p21"/>
          <p:cNvSpPr txBox="1"/>
          <p:nvPr>
            <p:ph idx="5" type="subTitle"/>
          </p:nvPr>
        </p:nvSpPr>
        <p:spPr>
          <a:xfrm>
            <a:off x="6767159" y="3479196"/>
            <a:ext cx="17571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2" name="Google Shape;172;p21"/>
          <p:cNvSpPr txBox="1"/>
          <p:nvPr>
            <p:ph idx="6" type="subTitle"/>
          </p:nvPr>
        </p:nvSpPr>
        <p:spPr>
          <a:xfrm>
            <a:off x="6767129" y="3794675"/>
            <a:ext cx="1757100" cy="8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3" name="Google Shape;173;p21"/>
          <p:cNvSpPr txBox="1"/>
          <p:nvPr>
            <p:ph idx="7" type="subTitle"/>
          </p:nvPr>
        </p:nvSpPr>
        <p:spPr>
          <a:xfrm>
            <a:off x="4132673" y="2693854"/>
            <a:ext cx="807600" cy="80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3000"/>
            </a:lvl1pPr>
            <a:lvl2pPr lvl="1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74" name="Google Shape;174;p21"/>
          <p:cNvSpPr txBox="1"/>
          <p:nvPr>
            <p:ph idx="8" type="subTitle"/>
          </p:nvPr>
        </p:nvSpPr>
        <p:spPr>
          <a:xfrm>
            <a:off x="7214954" y="2693854"/>
            <a:ext cx="807600" cy="80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3000"/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75" name="Google Shape;175;p21"/>
          <p:cNvSpPr txBox="1"/>
          <p:nvPr>
            <p:ph idx="9" type="subTitle"/>
          </p:nvPr>
        </p:nvSpPr>
        <p:spPr>
          <a:xfrm>
            <a:off x="1088375" y="2693854"/>
            <a:ext cx="807600" cy="80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3000"/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76" name="Google Shape;176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numbers">
  <p:cSld name="BIG_NUMBER_1">
    <p:bg>
      <p:bgPr>
        <a:noFill/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/>
          <p:nvPr/>
        </p:nvSpPr>
        <p:spPr>
          <a:xfrm rot="-5400000">
            <a:off x="3597600" y="-3601575"/>
            <a:ext cx="19470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79" name="Google Shape;179;p22"/>
          <p:cNvSpPr txBox="1"/>
          <p:nvPr>
            <p:ph idx="1" type="subTitle"/>
          </p:nvPr>
        </p:nvSpPr>
        <p:spPr>
          <a:xfrm>
            <a:off x="623289" y="2982593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0" name="Google Shape;180;p22"/>
          <p:cNvSpPr txBox="1"/>
          <p:nvPr>
            <p:ph idx="2" type="subTitle"/>
          </p:nvPr>
        </p:nvSpPr>
        <p:spPr>
          <a:xfrm>
            <a:off x="623315" y="3285135"/>
            <a:ext cx="2235600" cy="117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1" name="Google Shape;181;p22"/>
          <p:cNvSpPr txBox="1"/>
          <p:nvPr>
            <p:ph idx="3" type="subTitle"/>
          </p:nvPr>
        </p:nvSpPr>
        <p:spPr>
          <a:xfrm>
            <a:off x="3349994" y="2982593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2" name="Google Shape;182;p22"/>
          <p:cNvSpPr txBox="1"/>
          <p:nvPr>
            <p:ph idx="4" type="subTitle"/>
          </p:nvPr>
        </p:nvSpPr>
        <p:spPr>
          <a:xfrm>
            <a:off x="3349993" y="3296635"/>
            <a:ext cx="2235600" cy="117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3" name="Google Shape;183;p22"/>
          <p:cNvSpPr txBox="1"/>
          <p:nvPr>
            <p:ph idx="5" type="subTitle"/>
          </p:nvPr>
        </p:nvSpPr>
        <p:spPr>
          <a:xfrm>
            <a:off x="6081218" y="2982593"/>
            <a:ext cx="22344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4" name="Google Shape;184;p22"/>
          <p:cNvSpPr txBox="1"/>
          <p:nvPr>
            <p:ph idx="6" type="subTitle"/>
          </p:nvPr>
        </p:nvSpPr>
        <p:spPr>
          <a:xfrm>
            <a:off x="6082418" y="3296592"/>
            <a:ext cx="2234400" cy="117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5" name="Google Shape;185;p22"/>
          <p:cNvSpPr txBox="1"/>
          <p:nvPr>
            <p:ph hasCustomPrompt="1" type="title"/>
          </p:nvPr>
        </p:nvSpPr>
        <p:spPr>
          <a:xfrm>
            <a:off x="723448" y="2285051"/>
            <a:ext cx="22344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86" name="Google Shape;186;p22"/>
          <p:cNvSpPr txBox="1"/>
          <p:nvPr>
            <p:ph hasCustomPrompt="1" idx="7" type="title"/>
          </p:nvPr>
        </p:nvSpPr>
        <p:spPr>
          <a:xfrm>
            <a:off x="3454798" y="2286751"/>
            <a:ext cx="22344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87" name="Google Shape;187;p22"/>
          <p:cNvSpPr txBox="1"/>
          <p:nvPr>
            <p:ph hasCustomPrompt="1" idx="8" type="title"/>
          </p:nvPr>
        </p:nvSpPr>
        <p:spPr>
          <a:xfrm>
            <a:off x="6185898" y="2285051"/>
            <a:ext cx="22344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88" name="Google Shape;188;p22"/>
          <p:cNvSpPr txBox="1"/>
          <p:nvPr>
            <p:ph idx="9" type="title"/>
          </p:nvPr>
        </p:nvSpPr>
        <p:spPr>
          <a:xfrm>
            <a:off x="618574" y="316625"/>
            <a:ext cx="1953300" cy="10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9" name="Google Shape;189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5">
  <p:cSld name="TITLE_AND_TWO_COLUMNS_1_2">
    <p:bg>
      <p:bgPr>
        <a:noFill/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 txBox="1"/>
          <p:nvPr>
            <p:ph idx="1" type="subTitle"/>
          </p:nvPr>
        </p:nvSpPr>
        <p:spPr>
          <a:xfrm>
            <a:off x="6903007" y="3501969"/>
            <a:ext cx="1518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2" name="Google Shape;192;p23"/>
          <p:cNvSpPr txBox="1"/>
          <p:nvPr>
            <p:ph idx="2" type="subTitle"/>
          </p:nvPr>
        </p:nvSpPr>
        <p:spPr>
          <a:xfrm>
            <a:off x="6903024" y="3818558"/>
            <a:ext cx="1518000" cy="78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3" name="Google Shape;193;p23"/>
          <p:cNvSpPr txBox="1"/>
          <p:nvPr>
            <p:ph idx="3" type="subTitle"/>
          </p:nvPr>
        </p:nvSpPr>
        <p:spPr>
          <a:xfrm>
            <a:off x="3441301" y="3501969"/>
            <a:ext cx="1518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4" name="Google Shape;194;p23"/>
          <p:cNvSpPr txBox="1"/>
          <p:nvPr>
            <p:ph idx="4" type="subTitle"/>
          </p:nvPr>
        </p:nvSpPr>
        <p:spPr>
          <a:xfrm>
            <a:off x="3441294" y="3819178"/>
            <a:ext cx="1518000" cy="78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5" name="Google Shape;195;p23"/>
          <p:cNvSpPr txBox="1"/>
          <p:nvPr>
            <p:ph idx="5" type="subTitle"/>
          </p:nvPr>
        </p:nvSpPr>
        <p:spPr>
          <a:xfrm>
            <a:off x="5172154" y="3501969"/>
            <a:ext cx="1518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6" name="Google Shape;196;p23"/>
          <p:cNvSpPr txBox="1"/>
          <p:nvPr>
            <p:ph idx="6" type="subTitle"/>
          </p:nvPr>
        </p:nvSpPr>
        <p:spPr>
          <a:xfrm>
            <a:off x="5172169" y="3813077"/>
            <a:ext cx="1518000" cy="79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7" name="Google Shape;197;p23"/>
          <p:cNvSpPr/>
          <p:nvPr/>
        </p:nvSpPr>
        <p:spPr>
          <a:xfrm rot="-5400000">
            <a:off x="-383250" y="3792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98" name="Google Shape;198;p23"/>
          <p:cNvSpPr txBox="1"/>
          <p:nvPr>
            <p:ph type="title"/>
          </p:nvPr>
        </p:nvSpPr>
        <p:spPr>
          <a:xfrm>
            <a:off x="633650" y="316425"/>
            <a:ext cx="2128200" cy="13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99" name="Google Shape;199;p23"/>
          <p:cNvSpPr txBox="1"/>
          <p:nvPr>
            <p:ph idx="7" type="subTitle"/>
          </p:nvPr>
        </p:nvSpPr>
        <p:spPr>
          <a:xfrm>
            <a:off x="633550" y="2441715"/>
            <a:ext cx="2236500" cy="8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00" name="Google Shape;200;p23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centajes">
  <p:cSld name="TITLE_ONLY_2">
    <p:bg>
      <p:bgPr>
        <a:noFill/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/>
          <p:nvPr/>
        </p:nvSpPr>
        <p:spPr>
          <a:xfrm rot="-5400000">
            <a:off x="3597600" y="-3601575"/>
            <a:ext cx="19470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04" name="Google Shape;204;p24"/>
          <p:cNvSpPr txBox="1"/>
          <p:nvPr>
            <p:ph type="title"/>
          </p:nvPr>
        </p:nvSpPr>
        <p:spPr>
          <a:xfrm>
            <a:off x="624472" y="316781"/>
            <a:ext cx="25710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05" name="Google Shape;205;p24"/>
          <p:cNvSpPr txBox="1"/>
          <p:nvPr>
            <p:ph hasCustomPrompt="1" idx="2" type="title"/>
          </p:nvPr>
        </p:nvSpPr>
        <p:spPr>
          <a:xfrm>
            <a:off x="72237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6" name="Google Shape;206;p24"/>
          <p:cNvSpPr txBox="1"/>
          <p:nvPr>
            <p:ph hasCustomPrompt="1" idx="3" type="title"/>
          </p:nvPr>
        </p:nvSpPr>
        <p:spPr>
          <a:xfrm>
            <a:off x="268032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7" name="Google Shape;207;p24"/>
          <p:cNvSpPr txBox="1"/>
          <p:nvPr>
            <p:ph hasCustomPrompt="1" idx="4" type="title"/>
          </p:nvPr>
        </p:nvSpPr>
        <p:spPr>
          <a:xfrm>
            <a:off x="463827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8" name="Google Shape;208;p24"/>
          <p:cNvSpPr txBox="1"/>
          <p:nvPr>
            <p:ph hasCustomPrompt="1" idx="5" type="title"/>
          </p:nvPr>
        </p:nvSpPr>
        <p:spPr>
          <a:xfrm>
            <a:off x="659622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9" name="Google Shape;209;p24"/>
          <p:cNvSpPr txBox="1"/>
          <p:nvPr>
            <p:ph idx="1" type="subTitle"/>
          </p:nvPr>
        </p:nvSpPr>
        <p:spPr>
          <a:xfrm>
            <a:off x="707075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0" name="Google Shape;210;p24"/>
          <p:cNvSpPr txBox="1"/>
          <p:nvPr>
            <p:ph idx="6" type="subTitle"/>
          </p:nvPr>
        </p:nvSpPr>
        <p:spPr>
          <a:xfrm>
            <a:off x="2665038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1" name="Google Shape;211;p24"/>
          <p:cNvSpPr txBox="1"/>
          <p:nvPr>
            <p:ph idx="7" type="subTitle"/>
          </p:nvPr>
        </p:nvSpPr>
        <p:spPr>
          <a:xfrm>
            <a:off x="4601975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2" name="Google Shape;212;p24"/>
          <p:cNvSpPr txBox="1"/>
          <p:nvPr>
            <p:ph idx="8" type="subTitle"/>
          </p:nvPr>
        </p:nvSpPr>
        <p:spPr>
          <a:xfrm>
            <a:off x="6538900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3" name="Google Shape;213;p24"/>
          <p:cNvSpPr txBox="1"/>
          <p:nvPr>
            <p:ph idx="9" type="subTitle"/>
          </p:nvPr>
        </p:nvSpPr>
        <p:spPr>
          <a:xfrm>
            <a:off x="728625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4" name="Google Shape;214;p24"/>
          <p:cNvSpPr txBox="1"/>
          <p:nvPr>
            <p:ph idx="13" type="subTitle"/>
          </p:nvPr>
        </p:nvSpPr>
        <p:spPr>
          <a:xfrm>
            <a:off x="2665300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4" type="subTitle"/>
          </p:nvPr>
        </p:nvSpPr>
        <p:spPr>
          <a:xfrm>
            <a:off x="4602100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6" name="Google Shape;216;p24"/>
          <p:cNvSpPr txBox="1"/>
          <p:nvPr>
            <p:ph idx="15" type="subTitle"/>
          </p:nvPr>
        </p:nvSpPr>
        <p:spPr>
          <a:xfrm>
            <a:off x="6538900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7" name="Google Shape;217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">
  <p:cSld name="BIG_NUMBER_1_1">
    <p:bg>
      <p:bgPr>
        <a:noFill/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5"/>
          <p:cNvSpPr txBox="1"/>
          <p:nvPr>
            <p:ph idx="1" type="subTitle"/>
          </p:nvPr>
        </p:nvSpPr>
        <p:spPr>
          <a:xfrm>
            <a:off x="624615" y="3507184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0" name="Google Shape;220;p25"/>
          <p:cNvSpPr txBox="1"/>
          <p:nvPr>
            <p:ph idx="2" type="subTitle"/>
          </p:nvPr>
        </p:nvSpPr>
        <p:spPr>
          <a:xfrm>
            <a:off x="624755" y="3805255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1" name="Google Shape;221;p25"/>
          <p:cNvSpPr txBox="1"/>
          <p:nvPr>
            <p:ph idx="3" type="subTitle"/>
          </p:nvPr>
        </p:nvSpPr>
        <p:spPr>
          <a:xfrm>
            <a:off x="624475" y="2481505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2" name="Google Shape;222;p25"/>
          <p:cNvSpPr txBox="1"/>
          <p:nvPr>
            <p:ph idx="4" type="subTitle"/>
          </p:nvPr>
        </p:nvSpPr>
        <p:spPr>
          <a:xfrm>
            <a:off x="624475" y="2806704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3" name="Google Shape;223;p25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24" name="Google Shape;224;p25"/>
          <p:cNvSpPr txBox="1"/>
          <p:nvPr>
            <p:ph type="title"/>
          </p:nvPr>
        </p:nvSpPr>
        <p:spPr>
          <a:xfrm>
            <a:off x="619047" y="316781"/>
            <a:ext cx="28476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25" name="Google Shape;225;p25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">
  <p:cSld name="TITLE_AND_TWO_COLUMNS_1_3">
    <p:bg>
      <p:bgPr>
        <a:noFill/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6"/>
          <p:cNvSpPr/>
          <p:nvPr/>
        </p:nvSpPr>
        <p:spPr>
          <a:xfrm>
            <a:off x="2514500" y="2910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29" name="Google Shape;229;p26"/>
          <p:cNvSpPr txBox="1"/>
          <p:nvPr>
            <p:ph type="title"/>
          </p:nvPr>
        </p:nvSpPr>
        <p:spPr>
          <a:xfrm>
            <a:off x="610949" y="316744"/>
            <a:ext cx="2741700" cy="72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0" name="Google Shape;230;p26"/>
          <p:cNvSpPr/>
          <p:nvPr/>
        </p:nvSpPr>
        <p:spPr>
          <a:xfrm>
            <a:off x="3992904" y="137199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6"/>
          <p:cNvSpPr/>
          <p:nvPr/>
        </p:nvSpPr>
        <p:spPr>
          <a:xfrm>
            <a:off x="0" y="0"/>
            <a:ext cx="1486200" cy="535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2" name="Google Shape;232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TITLE_ONLY_2_1">
    <p:bg>
      <p:bgPr>
        <a:noFill/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/>
          <p:nvPr/>
        </p:nvSpPr>
        <p:spPr>
          <a:xfrm rot="-5400000">
            <a:off x="3285275" y="-3290700"/>
            <a:ext cx="2566200" cy="91476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35" name="Google Shape;235;p27"/>
          <p:cNvSpPr txBox="1"/>
          <p:nvPr>
            <p:ph type="title"/>
          </p:nvPr>
        </p:nvSpPr>
        <p:spPr>
          <a:xfrm>
            <a:off x="722375" y="447855"/>
            <a:ext cx="7699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6" name="Google Shape;236;p27"/>
          <p:cNvSpPr txBox="1"/>
          <p:nvPr>
            <p:ph idx="1" type="subTitle"/>
          </p:nvPr>
        </p:nvSpPr>
        <p:spPr>
          <a:xfrm>
            <a:off x="2638625" y="1137675"/>
            <a:ext cx="3866700" cy="3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7" name="Google Shape;237;p27"/>
          <p:cNvSpPr txBox="1"/>
          <p:nvPr>
            <p:ph idx="2" type="subTitle"/>
          </p:nvPr>
        </p:nvSpPr>
        <p:spPr>
          <a:xfrm>
            <a:off x="3289800" y="1522900"/>
            <a:ext cx="2564400" cy="79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8" name="Google Shape;238;p27"/>
          <p:cNvSpPr txBox="1"/>
          <p:nvPr>
            <p:ph idx="3" type="subTitle"/>
          </p:nvPr>
        </p:nvSpPr>
        <p:spPr>
          <a:xfrm>
            <a:off x="1177875" y="4332300"/>
            <a:ext cx="6503400" cy="3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1pPr>
            <a:lvl2pPr lvl="1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2pPr>
            <a:lvl3pPr lvl="2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3pPr>
            <a:lvl4pPr lvl="3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4pPr>
            <a:lvl5pPr lvl="4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5pPr>
            <a:lvl6pPr lvl="5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6pPr>
            <a:lvl7pPr lvl="6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7pPr>
            <a:lvl8pPr lvl="7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8pPr>
            <a:lvl9pPr lvl="8" rtl="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9" name="Google Shape;239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 2">
  <p:cSld name="TITLE_ONLY_1">
    <p:bg>
      <p:bgPr>
        <a:noFill/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8"/>
          <p:cNvSpPr/>
          <p:nvPr/>
        </p:nvSpPr>
        <p:spPr>
          <a:xfrm rot="-5400000">
            <a:off x="3898200" y="-3898875"/>
            <a:ext cx="13476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42" name="Google Shape;242;p28"/>
          <p:cNvSpPr txBox="1"/>
          <p:nvPr>
            <p:ph type="title"/>
          </p:nvPr>
        </p:nvSpPr>
        <p:spPr>
          <a:xfrm>
            <a:off x="629424" y="318095"/>
            <a:ext cx="1979700" cy="12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3" name="Google Shape;243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s points">
  <p:cSld name="TITLE_ONLY_1_2">
    <p:bg>
      <p:bgPr>
        <a:noFill/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46" name="Google Shape;246;p29"/>
          <p:cNvSpPr txBox="1"/>
          <p:nvPr>
            <p:ph type="title"/>
          </p:nvPr>
        </p:nvSpPr>
        <p:spPr>
          <a:xfrm>
            <a:off x="629838" y="316210"/>
            <a:ext cx="7699200" cy="6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47" name="Google Shape;247;p29"/>
          <p:cNvSpPr txBox="1"/>
          <p:nvPr>
            <p:ph idx="1" type="subTitle"/>
          </p:nvPr>
        </p:nvSpPr>
        <p:spPr>
          <a:xfrm>
            <a:off x="1454075" y="1386950"/>
            <a:ext cx="69681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2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48" name="Google Shape;248;p29"/>
          <p:cNvSpPr txBox="1"/>
          <p:nvPr>
            <p:ph idx="2" type="body"/>
          </p:nvPr>
        </p:nvSpPr>
        <p:spPr>
          <a:xfrm>
            <a:off x="1458036" y="1756000"/>
            <a:ext cx="6968100" cy="28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 sz="1200">
                <a:solidFill>
                  <a:schemeClr val="accent4"/>
                </a:solidFill>
              </a:defRPr>
            </a:lvl1pPr>
            <a:lvl2pPr indent="-323850" lvl="1" marL="914400">
              <a:spcBef>
                <a:spcPts val="1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4"/>
                </a:solidFill>
              </a:defRPr>
            </a:lvl2pPr>
            <a:lvl3pPr indent="-32385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4"/>
                </a:solidFill>
              </a:defRPr>
            </a:lvl3pPr>
            <a:lvl4pPr indent="-32385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4"/>
                </a:solidFill>
              </a:defRPr>
            </a:lvl4pPr>
            <a:lvl5pPr indent="-32385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4"/>
                </a:solidFill>
              </a:defRPr>
            </a:lvl5pPr>
            <a:lvl6pPr indent="-32385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4"/>
                </a:solidFill>
              </a:defRPr>
            </a:lvl6pPr>
            <a:lvl7pPr indent="-32385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4"/>
                </a:solidFill>
              </a:defRPr>
            </a:lvl7pPr>
            <a:lvl8pPr indent="-32385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4"/>
                </a:solidFill>
              </a:defRPr>
            </a:lvl8pPr>
            <a:lvl9pPr indent="-32385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49" name="Google Shape;249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4"/>
                </a:solidFill>
              </a:defRPr>
            </a:lvl1pPr>
            <a:lvl2pPr lvl="1">
              <a:buNone/>
              <a:defRPr>
                <a:solidFill>
                  <a:schemeClr val="accent4"/>
                </a:solidFill>
              </a:defRPr>
            </a:lvl2pPr>
            <a:lvl3pPr lvl="2">
              <a:buNone/>
              <a:defRPr>
                <a:solidFill>
                  <a:schemeClr val="accent4"/>
                </a:solidFill>
              </a:defRPr>
            </a:lvl3pPr>
            <a:lvl4pPr lvl="3">
              <a:buNone/>
              <a:defRPr>
                <a:solidFill>
                  <a:schemeClr val="accent4"/>
                </a:solidFill>
              </a:defRPr>
            </a:lvl4pPr>
            <a:lvl5pPr lvl="4">
              <a:buNone/>
              <a:defRPr>
                <a:solidFill>
                  <a:schemeClr val="accent4"/>
                </a:solidFill>
              </a:defRPr>
            </a:lvl5pPr>
            <a:lvl6pPr lvl="5">
              <a:buNone/>
              <a:defRPr>
                <a:solidFill>
                  <a:schemeClr val="accent4"/>
                </a:solidFill>
              </a:defRPr>
            </a:lvl6pPr>
            <a:lvl7pPr lvl="6">
              <a:buNone/>
              <a:defRPr>
                <a:solidFill>
                  <a:schemeClr val="accent4"/>
                </a:solidFill>
              </a:defRPr>
            </a:lvl7pPr>
            <a:lvl8pPr lvl="7">
              <a:buNone/>
              <a:defRPr>
                <a:solidFill>
                  <a:schemeClr val="accent4"/>
                </a:solidFill>
              </a:defRPr>
            </a:lvl8pPr>
            <a:lvl9pPr lvl="8">
              <a:buNone/>
              <a:defRPr>
                <a:solidFill>
                  <a:schemeClr val="accent4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">
    <p:bg>
      <p:bgPr>
        <a:noFill/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0"/>
          <p:cNvSpPr/>
          <p:nvPr/>
        </p:nvSpPr>
        <p:spPr>
          <a:xfrm rot="-5400000">
            <a:off x="3597600" y="-3601575"/>
            <a:ext cx="19470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52" name="Google Shape;252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1">
    <p:bg>
      <p:bgPr>
        <a:noFill/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1"/>
          <p:cNvSpPr/>
          <p:nvPr/>
        </p:nvSpPr>
        <p:spPr>
          <a:xfrm rot="-5400000">
            <a:off x="4280850" y="285475"/>
            <a:ext cx="5152500" cy="45738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55" name="Google Shape;255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3">
  <p:cSld name="CUSTOM_2">
    <p:bg>
      <p:bgPr>
        <a:noFill/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58" name="Google Shape;258;p32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32" Type="http://schemas.openxmlformats.org/officeDocument/2006/relationships/theme" Target="../theme/theme3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238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238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238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238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238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238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238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238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</p:sldLayoutIdLst>
  <mc:AlternateContent>
    <mc:Choice Requires="p14">
      <p:transition p14:dur="200">
        <p:fade/>
      </p:transition>
    </mc:Choice>
    <mc:Fallback>
      <p:transition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55">
          <p15:clr>
            <a:srgbClr val="EA4335"/>
          </p15:clr>
        </p15:guide>
        <p15:guide id="2" pos="5305">
          <p15:clr>
            <a:srgbClr val="EA4335"/>
          </p15:clr>
        </p15:guide>
        <p15:guide id="3" orient="horz" pos="340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3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262" name="Google Shape;262;p33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9" r:id="rId1"/>
  </p:sldLayoutIdLst>
  <mc:AlternateContent>
    <mc:Choice Requires="p14">
      <p:transition p14:dur="200">
        <p:fade/>
      </p:transition>
    </mc:Choice>
    <mc:Fallback>
      <p:transition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hyperlink" Target="https://www.kaggle.com/datasets/adilshamim8/student-depression-dataset" TargetMode="External"/><Relationship Id="rId5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22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22.png"/><Relationship Id="rId5" Type="http://schemas.openxmlformats.org/officeDocument/2006/relationships/image" Target="../media/image13.png"/><Relationship Id="rId6" Type="http://schemas.openxmlformats.org/officeDocument/2006/relationships/image" Target="../media/image1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20.png"/><Relationship Id="rId5" Type="http://schemas.openxmlformats.org/officeDocument/2006/relationships/image" Target="../media/image26.png"/><Relationship Id="rId6" Type="http://schemas.openxmlformats.org/officeDocument/2006/relationships/image" Target="../media/image3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3.png"/><Relationship Id="rId4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Relationship Id="rId4" Type="http://schemas.openxmlformats.org/officeDocument/2006/relationships/image" Target="../media/image3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0.png"/><Relationship Id="rId4" Type="http://schemas.openxmlformats.org/officeDocument/2006/relationships/image" Target="../media/image25.png"/><Relationship Id="rId5" Type="http://schemas.openxmlformats.org/officeDocument/2006/relationships/image" Target="../media/image30.png"/><Relationship Id="rId6" Type="http://schemas.openxmlformats.org/officeDocument/2006/relationships/image" Target="../media/image36.png"/><Relationship Id="rId7" Type="http://schemas.openxmlformats.org/officeDocument/2006/relationships/image" Target="../media/image2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.png"/><Relationship Id="rId4" Type="http://schemas.openxmlformats.org/officeDocument/2006/relationships/image" Target="../media/image39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Relationship Id="rId4" Type="http://schemas.openxmlformats.org/officeDocument/2006/relationships/image" Target="../media/image2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5.png"/><Relationship Id="rId4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0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0.png"/><Relationship Id="rId4" Type="http://schemas.openxmlformats.org/officeDocument/2006/relationships/image" Target="../media/image44.png"/><Relationship Id="rId5" Type="http://schemas.openxmlformats.org/officeDocument/2006/relationships/image" Target="../media/image34.png"/><Relationship Id="rId6" Type="http://schemas.openxmlformats.org/officeDocument/2006/relationships/image" Target="../media/image32.png"/><Relationship Id="rId7" Type="http://schemas.openxmlformats.org/officeDocument/2006/relationships/image" Target="../media/image46.png"/><Relationship Id="rId8" Type="http://schemas.openxmlformats.org/officeDocument/2006/relationships/image" Target="../media/image3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0.png"/><Relationship Id="rId4" Type="http://schemas.openxmlformats.org/officeDocument/2006/relationships/image" Target="../media/image37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icon-icons.com/" TargetMode="External"/><Relationship Id="rId5" Type="http://schemas.openxmlformats.org/officeDocument/2006/relationships/hyperlink" Target="https://github.com/Dangalcan/depresset" TargetMode="External"/><Relationship Id="rId6" Type="http://schemas.openxmlformats.org/officeDocument/2006/relationships/image" Target="../media/image40.png"/><Relationship Id="rId7" Type="http://schemas.openxmlformats.org/officeDocument/2006/relationships/hyperlink" Target="https://www.kaggle.com/datasets/adilshamim8/student-depression-dataset" TargetMode="External"/><Relationship Id="rId8" Type="http://schemas.openxmlformats.org/officeDocument/2006/relationships/image" Target="../media/image4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fonts.google.com/specimen/Montserrat" TargetMode="External"/><Relationship Id="rId4" Type="http://schemas.openxmlformats.org/officeDocument/2006/relationships/hyperlink" Target="https://fonts.google.com/specimen/Bebas+Neu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/>
        </p:nvSpPr>
        <p:spPr>
          <a:xfrm>
            <a:off x="-214808" y="915749"/>
            <a:ext cx="3552600" cy="50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Honrando memorias</a:t>
            </a:r>
            <a:endParaRPr sz="29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271" name="Google Shape;271;p35" title="etsii_u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000" y="167675"/>
            <a:ext cx="8713999" cy="168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5"/>
          <p:cNvSpPr txBox="1"/>
          <p:nvPr/>
        </p:nvSpPr>
        <p:spPr>
          <a:xfrm>
            <a:off x="2701125" y="2426113"/>
            <a:ext cx="56688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latin typeface="Montserrat SemiBold"/>
                <a:ea typeface="Montserrat SemiBold"/>
                <a:cs typeface="Montserrat SemiBold"/>
                <a:sym typeface="Montserrat SemiBold"/>
              </a:rPr>
              <a:t>Estudio de la depresión estudiantil</a:t>
            </a:r>
            <a:endParaRPr sz="21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3" name="Google Shape;273;p35"/>
          <p:cNvSpPr txBox="1"/>
          <p:nvPr/>
        </p:nvSpPr>
        <p:spPr>
          <a:xfrm>
            <a:off x="2684923" y="1957468"/>
            <a:ext cx="6099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latin typeface="Montserrat Black"/>
                <a:ea typeface="Montserrat Black"/>
                <a:cs typeface="Montserrat Black"/>
                <a:sym typeface="Montserrat Black"/>
              </a:rPr>
              <a:t>FUNDAMENTOS DE INGENIERÍA DE DATOS</a:t>
            </a:r>
            <a:endParaRPr sz="19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274" name="Google Shape;274;p35"/>
          <p:cNvSpPr txBox="1"/>
          <p:nvPr/>
        </p:nvSpPr>
        <p:spPr>
          <a:xfrm>
            <a:off x="591100" y="3316400"/>
            <a:ext cx="2746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Miguel Encina Martinez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Daniel Galván Cancio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Jaime Linares Barrera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Daniel Vela Camacho</a:t>
            </a:r>
            <a:endParaRPr sz="1800"/>
          </a:p>
        </p:txBody>
      </p:sp>
      <p:sp>
        <p:nvSpPr>
          <p:cNvPr id="275" name="Google Shape;275;p35"/>
          <p:cNvSpPr txBox="1"/>
          <p:nvPr/>
        </p:nvSpPr>
        <p:spPr>
          <a:xfrm>
            <a:off x="258550" y="2846975"/>
            <a:ext cx="3721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Montserrat"/>
                <a:ea typeface="Montserrat"/>
                <a:cs typeface="Montserrat"/>
                <a:sym typeface="Montserrat"/>
              </a:rPr>
              <a:t>Realizado por:</a:t>
            </a:r>
            <a:r>
              <a:rPr lang="en" sz="16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6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3452175" y="3098350"/>
            <a:ext cx="4564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latin typeface="Montserrat SemiBold"/>
                <a:ea typeface="Montserrat SemiBold"/>
                <a:cs typeface="Montserrat SemiBold"/>
                <a:sym typeface="Montserrat SemiBold"/>
              </a:rPr>
              <a:t>Grupo 5</a:t>
            </a:r>
            <a:endParaRPr sz="21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6"/>
          <p:cNvSpPr/>
          <p:nvPr/>
        </p:nvSpPr>
        <p:spPr>
          <a:xfrm>
            <a:off x="1367813" y="1715864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01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2" name="Google Shape;282;p36"/>
          <p:cNvSpPr txBox="1"/>
          <p:nvPr>
            <p:ph idx="4294967295" type="subTitle"/>
          </p:nvPr>
        </p:nvSpPr>
        <p:spPr>
          <a:xfrm>
            <a:off x="1022225" y="2627275"/>
            <a:ext cx="15627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INTRODUCCIÓN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3" name="Google Shape;283;p36"/>
          <p:cNvSpPr/>
          <p:nvPr/>
        </p:nvSpPr>
        <p:spPr>
          <a:xfrm>
            <a:off x="4044763" y="1763889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02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4" name="Google Shape;284;p36"/>
          <p:cNvSpPr/>
          <p:nvPr/>
        </p:nvSpPr>
        <p:spPr>
          <a:xfrm>
            <a:off x="2792279" y="3285514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04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5" name="Google Shape;285;p36"/>
          <p:cNvSpPr/>
          <p:nvPr/>
        </p:nvSpPr>
        <p:spPr>
          <a:xfrm>
            <a:off x="6730538" y="1763889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03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6" name="Google Shape;286;p36"/>
          <p:cNvSpPr txBox="1"/>
          <p:nvPr>
            <p:ph idx="4294967295" type="subTitle"/>
          </p:nvPr>
        </p:nvSpPr>
        <p:spPr>
          <a:xfrm>
            <a:off x="3783025" y="2627275"/>
            <a:ext cx="15129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DATOS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7" name="Google Shape;287;p36"/>
          <p:cNvSpPr txBox="1"/>
          <p:nvPr>
            <p:ph idx="4294967295" type="subTitle"/>
          </p:nvPr>
        </p:nvSpPr>
        <p:spPr>
          <a:xfrm>
            <a:off x="6210800" y="2627275"/>
            <a:ext cx="1911000" cy="6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MÉTODO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8" name="Google Shape;288;p36"/>
          <p:cNvSpPr txBox="1"/>
          <p:nvPr>
            <p:ph idx="4294967295" type="subTitle"/>
          </p:nvPr>
        </p:nvSpPr>
        <p:spPr>
          <a:xfrm>
            <a:off x="2446675" y="4148900"/>
            <a:ext cx="15627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RESULTADOS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9" name="Google Shape;289;p3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90" name="Google Shape;290;p36"/>
          <p:cNvSpPr/>
          <p:nvPr/>
        </p:nvSpPr>
        <p:spPr>
          <a:xfrm>
            <a:off x="5250788" y="3285514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05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91" name="Google Shape;291;p36"/>
          <p:cNvSpPr txBox="1"/>
          <p:nvPr>
            <p:ph idx="4294967295" type="subTitle"/>
          </p:nvPr>
        </p:nvSpPr>
        <p:spPr>
          <a:xfrm>
            <a:off x="4880750" y="4148900"/>
            <a:ext cx="16116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CONCLUSIONES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92" name="Google Shape;292;p36"/>
          <p:cNvSpPr txBox="1"/>
          <p:nvPr/>
        </p:nvSpPr>
        <p:spPr>
          <a:xfrm>
            <a:off x="640573" y="658000"/>
            <a:ext cx="1372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ÍNDICE</a:t>
            </a: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endParaRPr sz="40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293" name="Google Shape;29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7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01</a:t>
            </a:r>
            <a:endParaRPr sz="96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99" name="Google Shape;299;p37"/>
          <p:cNvSpPr txBox="1"/>
          <p:nvPr/>
        </p:nvSpPr>
        <p:spPr>
          <a:xfrm>
            <a:off x="640572" y="658000"/>
            <a:ext cx="56382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INTRODUCCIÓN</a:t>
            </a:r>
            <a:endParaRPr sz="40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00" name="Google Shape;300;p37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01" name="Google Shape;30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29725" y="1317525"/>
            <a:ext cx="3370700" cy="337070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7"/>
          <p:cNvSpPr txBox="1"/>
          <p:nvPr/>
        </p:nvSpPr>
        <p:spPr>
          <a:xfrm>
            <a:off x="873908" y="1980650"/>
            <a:ext cx="44310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→ PROBLEMA 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COMÚN</a:t>
            </a:r>
            <a:endParaRPr sz="36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→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DIFÍCIL </a:t>
            </a: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DE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TRATAR</a:t>
            </a:r>
            <a:endParaRPr sz="36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→ consecuencias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fatales</a:t>
            </a:r>
            <a:endParaRPr sz="36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8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9" name="Google Shape;309;p38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01</a:t>
            </a:r>
            <a:endParaRPr sz="96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0" name="Google Shape;310;p38"/>
          <p:cNvSpPr txBox="1"/>
          <p:nvPr/>
        </p:nvSpPr>
        <p:spPr>
          <a:xfrm>
            <a:off x="640625" y="658000"/>
            <a:ext cx="5494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rPr>
              <a:t>PREGUNTAS </a:t>
            </a:r>
            <a:r>
              <a:rPr lang="en" sz="40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r>
              <a:rPr lang="en" sz="4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PLANTEADAS</a:t>
            </a:r>
            <a:endParaRPr sz="4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1" name="Google Shape;311;p38"/>
          <p:cNvSpPr/>
          <p:nvPr/>
        </p:nvSpPr>
        <p:spPr>
          <a:xfrm>
            <a:off x="722706" y="2110425"/>
            <a:ext cx="76803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¿Qué factores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provocan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depresión en los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estudiantes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2" name="Google Shape;312;p38"/>
          <p:cNvSpPr/>
          <p:nvPr/>
        </p:nvSpPr>
        <p:spPr>
          <a:xfrm>
            <a:off x="1595625" y="2643822"/>
            <a:ext cx="59400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Influye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el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sexo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o el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nivel académico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3" name="Google Shape;313;p38"/>
          <p:cNvSpPr/>
          <p:nvPr/>
        </p:nvSpPr>
        <p:spPr>
          <a:xfrm>
            <a:off x="1595625" y="3177222"/>
            <a:ext cx="59400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¿podemos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predecir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la depresión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4" name="Google Shape;314;p38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3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15" name="Google Shape;31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9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1" name="Google Shape;321;p39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02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22" name="Google Shape;322;p39"/>
          <p:cNvSpPr txBox="1"/>
          <p:nvPr>
            <p:ph type="title"/>
          </p:nvPr>
        </p:nvSpPr>
        <p:spPr>
          <a:xfrm>
            <a:off x="640575" y="658000"/>
            <a:ext cx="7266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DATOS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3" name="Google Shape;323;p39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4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24" name="Google Shape;324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39"/>
          <p:cNvSpPr/>
          <p:nvPr/>
        </p:nvSpPr>
        <p:spPr>
          <a:xfrm>
            <a:off x="546425" y="1766175"/>
            <a:ext cx="6666300" cy="26844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18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atributos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27902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filas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56% 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hombres y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44% </a:t>
            </a:r>
            <a:r>
              <a:rPr lang="en" sz="28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mujeres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PORCENTAJE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DE DEPRESIÓN;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41%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no y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58%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sí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26" name="Google Shape;326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55351" y="1980636"/>
            <a:ext cx="2066275" cy="206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0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2" name="Google Shape;332;p40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02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33" name="Google Shape;333;p40"/>
          <p:cNvSpPr txBox="1"/>
          <p:nvPr>
            <p:ph type="title"/>
          </p:nvPr>
        </p:nvSpPr>
        <p:spPr>
          <a:xfrm>
            <a:off x="640575" y="658000"/>
            <a:ext cx="7266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DATOS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4" name="Google Shape;334;p40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5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35" name="Google Shape;33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4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9459" y="1408268"/>
            <a:ext cx="7097934" cy="359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1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03</a:t>
            </a:r>
            <a:endParaRPr sz="96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42" name="Google Shape;342;p41"/>
          <p:cNvSpPr txBox="1"/>
          <p:nvPr/>
        </p:nvSpPr>
        <p:spPr>
          <a:xfrm>
            <a:off x="640574" y="658000"/>
            <a:ext cx="69783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MÉTODOS</a:t>
            </a:r>
            <a:r>
              <a:rPr lang="en" sz="40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UTILIZADOS</a:t>
            </a:r>
            <a:endParaRPr sz="40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43" name="Google Shape;343;p41"/>
          <p:cNvSpPr/>
          <p:nvPr/>
        </p:nvSpPr>
        <p:spPr>
          <a:xfrm>
            <a:off x="722375" y="1995175"/>
            <a:ext cx="7516500" cy="26844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 selección 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de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atributos 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y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ejemplares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ALGORITMOS DE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CLASIFICACIÓN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shap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USO DE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K-MEdioidES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reglas de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asociación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44" name="Google Shape;344;p41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6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45" name="Google Shape;34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21652" y="1943962"/>
            <a:ext cx="2133400" cy="213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2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2" name="Google Shape;352;p42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03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53" name="Google Shape;353;p42"/>
          <p:cNvSpPr txBox="1"/>
          <p:nvPr>
            <p:ph type="title"/>
          </p:nvPr>
        </p:nvSpPr>
        <p:spPr>
          <a:xfrm>
            <a:off x="640575" y="658000"/>
            <a:ext cx="72717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WORKFLOW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54" name="Google Shape;354;p42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7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55" name="Google Shape;35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6" name="Google Shape;356;p42"/>
          <p:cNvGrpSpPr/>
          <p:nvPr/>
        </p:nvGrpSpPr>
        <p:grpSpPr>
          <a:xfrm>
            <a:off x="318364" y="2250900"/>
            <a:ext cx="2702143" cy="1176425"/>
            <a:chOff x="947625" y="2209875"/>
            <a:chExt cx="2702143" cy="1176425"/>
          </a:xfrm>
        </p:grpSpPr>
        <p:sp>
          <p:nvSpPr>
            <p:cNvPr id="357" name="Google Shape;357;p42"/>
            <p:cNvSpPr/>
            <p:nvPr/>
          </p:nvSpPr>
          <p:spPr>
            <a:xfrm>
              <a:off x="947625" y="2209875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358" name="Google Shape;358;p42"/>
            <p:cNvGrpSpPr/>
            <p:nvPr/>
          </p:nvGrpSpPr>
          <p:grpSpPr>
            <a:xfrm>
              <a:off x="2643868" y="2540093"/>
              <a:ext cx="1005900" cy="558825"/>
              <a:chOff x="2739625" y="2485375"/>
              <a:chExt cx="1005900" cy="558825"/>
            </a:xfrm>
          </p:grpSpPr>
          <p:sp>
            <p:nvSpPr>
              <p:cNvPr id="359" name="Google Shape;359;p42"/>
              <p:cNvSpPr/>
              <p:nvPr/>
            </p:nvSpPr>
            <p:spPr>
              <a:xfrm>
                <a:off x="2739625" y="2579200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360" name="Google Shape;360;p42"/>
              <p:cNvSpPr/>
              <p:nvPr/>
            </p:nvSpPr>
            <p:spPr>
              <a:xfrm>
                <a:off x="2739625" y="2485375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grpSp>
        <p:nvGrpSpPr>
          <p:cNvPr id="361" name="Google Shape;361;p42"/>
          <p:cNvGrpSpPr/>
          <p:nvPr/>
        </p:nvGrpSpPr>
        <p:grpSpPr>
          <a:xfrm>
            <a:off x="5851823" y="1566896"/>
            <a:ext cx="1845159" cy="2678018"/>
            <a:chOff x="5852023" y="1566911"/>
            <a:chExt cx="1614312" cy="2678018"/>
          </a:xfrm>
        </p:grpSpPr>
        <p:sp>
          <p:nvSpPr>
            <p:cNvPr id="362" name="Google Shape;362;p42"/>
            <p:cNvSpPr/>
            <p:nvPr/>
          </p:nvSpPr>
          <p:spPr>
            <a:xfrm>
              <a:off x="5852160" y="1566911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3" name="Google Shape;363;p42"/>
            <p:cNvSpPr/>
            <p:nvPr/>
          </p:nvSpPr>
          <p:spPr>
            <a:xfrm>
              <a:off x="5852023" y="3068505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4" name="Google Shape;364;p42"/>
          <p:cNvGrpSpPr/>
          <p:nvPr/>
        </p:nvGrpSpPr>
        <p:grpSpPr>
          <a:xfrm>
            <a:off x="3112985" y="1813094"/>
            <a:ext cx="2812806" cy="2052046"/>
            <a:chOff x="3220373" y="1814982"/>
            <a:chExt cx="2812806" cy="2052046"/>
          </a:xfrm>
        </p:grpSpPr>
        <p:sp>
          <p:nvSpPr>
            <p:cNvPr id="365" name="Google Shape;365;p42"/>
            <p:cNvSpPr/>
            <p:nvPr/>
          </p:nvSpPr>
          <p:spPr>
            <a:xfrm>
              <a:off x="3220373" y="2250911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366" name="Google Shape;366;p42"/>
            <p:cNvGrpSpPr/>
            <p:nvPr/>
          </p:nvGrpSpPr>
          <p:grpSpPr>
            <a:xfrm rot="-2700000">
              <a:off x="4949418" y="2088781"/>
              <a:ext cx="1005890" cy="558820"/>
              <a:chOff x="2739625" y="2485375"/>
              <a:chExt cx="1005900" cy="558825"/>
            </a:xfrm>
          </p:grpSpPr>
          <p:sp>
            <p:nvSpPr>
              <p:cNvPr id="367" name="Google Shape;367;p42"/>
              <p:cNvSpPr/>
              <p:nvPr/>
            </p:nvSpPr>
            <p:spPr>
              <a:xfrm>
                <a:off x="2739625" y="2579200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368" name="Google Shape;368;p42"/>
              <p:cNvSpPr/>
              <p:nvPr/>
            </p:nvSpPr>
            <p:spPr>
              <a:xfrm>
                <a:off x="2739625" y="2485375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369" name="Google Shape;369;p42"/>
            <p:cNvGrpSpPr/>
            <p:nvPr/>
          </p:nvGrpSpPr>
          <p:grpSpPr>
            <a:xfrm rot="2700000">
              <a:off x="4977025" y="3034409"/>
              <a:ext cx="1005890" cy="558820"/>
              <a:chOff x="2739625" y="2485375"/>
              <a:chExt cx="1005900" cy="558825"/>
            </a:xfrm>
          </p:grpSpPr>
          <p:sp>
            <p:nvSpPr>
              <p:cNvPr id="370" name="Google Shape;370;p42"/>
              <p:cNvSpPr/>
              <p:nvPr/>
            </p:nvSpPr>
            <p:spPr>
              <a:xfrm>
                <a:off x="2739625" y="2579200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371" name="Google Shape;371;p42"/>
              <p:cNvSpPr/>
              <p:nvPr/>
            </p:nvSpPr>
            <p:spPr>
              <a:xfrm>
                <a:off x="2739625" y="2485375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372" name="Google Shape;372;p42"/>
          <p:cNvSpPr/>
          <p:nvPr/>
        </p:nvSpPr>
        <p:spPr>
          <a:xfrm>
            <a:off x="153974" y="3640650"/>
            <a:ext cx="20091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VISUALIZACIÓN - EDA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3" name="Google Shape;373;p42"/>
          <p:cNvSpPr/>
          <p:nvPr/>
        </p:nvSpPr>
        <p:spPr>
          <a:xfrm>
            <a:off x="3112969" y="3640646"/>
            <a:ext cx="16296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PREPROCESADO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4" name="Google Shape;374;p42"/>
          <p:cNvSpPr/>
          <p:nvPr/>
        </p:nvSpPr>
        <p:spPr>
          <a:xfrm>
            <a:off x="5959606" y="4343821"/>
            <a:ext cx="16296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APRENDIZAJE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5" name="Google Shape;375;p42"/>
          <p:cNvSpPr/>
          <p:nvPr/>
        </p:nvSpPr>
        <p:spPr>
          <a:xfrm>
            <a:off x="5744694" y="1939107"/>
            <a:ext cx="1573800" cy="387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aprendizaje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supervisado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6" name="Google Shape;376;p42"/>
          <p:cNvSpPr/>
          <p:nvPr/>
        </p:nvSpPr>
        <p:spPr>
          <a:xfrm>
            <a:off x="5783435" y="3341386"/>
            <a:ext cx="1573800" cy="387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aprendizaje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No 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supervisado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43"/>
          <p:cNvPicPr preferRelativeResize="0"/>
          <p:nvPr/>
        </p:nvPicPr>
        <p:blipFill rotWithShape="1">
          <a:blip r:embed="rId3">
            <a:alphaModFix/>
          </a:blip>
          <a:srcRect b="0" l="1813" r="5198" t="0"/>
          <a:stretch/>
        </p:blipFill>
        <p:spPr>
          <a:xfrm>
            <a:off x="4635500" y="1717556"/>
            <a:ext cx="4341249" cy="309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43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3" name="Google Shape;383;p43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84" name="Google Shape;384;p43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85" name="Google Shape;385;p43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8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86" name="Google Shape;386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43"/>
          <p:cNvPicPr preferRelativeResize="0"/>
          <p:nvPr/>
        </p:nvPicPr>
        <p:blipFill rotWithShape="1">
          <a:blip r:embed="rId5">
            <a:alphaModFix/>
          </a:blip>
          <a:srcRect b="0" l="1706" r="2983" t="0"/>
          <a:stretch/>
        </p:blipFill>
        <p:spPr>
          <a:xfrm>
            <a:off x="140075" y="1703175"/>
            <a:ext cx="4495425" cy="31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4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3" name="Google Shape;393;p44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94" name="Google Shape;394;p44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95" name="Google Shape;395;p44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9/32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96" name="Google Shape;39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4"/>
          <p:cNvPicPr preferRelativeResize="0"/>
          <p:nvPr/>
        </p:nvPicPr>
        <p:blipFill rotWithShape="1">
          <a:blip r:embed="rId4">
            <a:alphaModFix/>
          </a:blip>
          <a:srcRect b="0" l="1813" r="4711" t="0"/>
          <a:stretch/>
        </p:blipFill>
        <p:spPr>
          <a:xfrm>
            <a:off x="0" y="1632150"/>
            <a:ext cx="4979801" cy="33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44"/>
          <p:cNvPicPr preferRelativeResize="0"/>
          <p:nvPr/>
        </p:nvPicPr>
        <p:blipFill rotWithShape="1">
          <a:blip r:embed="rId5">
            <a:alphaModFix/>
          </a:blip>
          <a:srcRect b="0" l="2295" r="2438" t="0"/>
          <a:stretch/>
        </p:blipFill>
        <p:spPr>
          <a:xfrm>
            <a:off x="4991735" y="1697006"/>
            <a:ext cx="4069950" cy="2962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45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03</a:t>
            </a:r>
            <a:endParaRPr sz="96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04" name="Google Shape;404;p45"/>
          <p:cNvSpPr txBox="1"/>
          <p:nvPr/>
        </p:nvSpPr>
        <p:spPr>
          <a:xfrm>
            <a:off x="640574" y="658000"/>
            <a:ext cx="69783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resultado</a:t>
            </a: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S</a:t>
            </a:r>
            <a:endParaRPr sz="40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05" name="Google Shape;405;p45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10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06" name="Google Shape;40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45"/>
          <p:cNvPicPr preferRelativeResize="0"/>
          <p:nvPr/>
        </p:nvPicPr>
        <p:blipFill rotWithShape="1">
          <a:blip r:embed="rId4">
            <a:alphaModFix/>
          </a:blip>
          <a:srcRect b="0" l="11473" r="0" t="0"/>
          <a:stretch/>
        </p:blipFill>
        <p:spPr>
          <a:xfrm>
            <a:off x="2657100" y="154800"/>
            <a:ext cx="5030500" cy="483392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st="19050">
              <a:srgbClr val="000000">
                <a:alpha val="73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6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3" name="Google Shape;413;p46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14" name="Google Shape;414;p46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15" name="Google Shape;415;p4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16" name="Google Shape;41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66819" y="1468000"/>
            <a:ext cx="147637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10599" y="1583063"/>
            <a:ext cx="3456226" cy="314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4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1581912"/>
            <a:ext cx="3620802" cy="3370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7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5" name="Google Shape;425;p47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26" name="Google Shape;426;p47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27" name="Google Shape;427;p47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12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28" name="Google Shape;42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66819" y="1468000"/>
            <a:ext cx="147637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395416"/>
            <a:ext cx="3582103" cy="352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4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71250" y="1395425"/>
            <a:ext cx="3582099" cy="3520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48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7" name="Google Shape;437;p48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38" name="Google Shape;438;p48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39" name="Google Shape;439;p48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13/32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40" name="Google Shape;44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1" name="Google Shape;44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625" y="1421587"/>
            <a:ext cx="3584447" cy="3520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51873" y="1522450"/>
            <a:ext cx="1495425" cy="101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43389" y="1374625"/>
            <a:ext cx="3733300" cy="366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9"/>
          <p:cNvSpPr/>
          <p:nvPr/>
        </p:nvSpPr>
        <p:spPr>
          <a:xfrm>
            <a:off x="384048" y="4352544"/>
            <a:ext cx="76851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   </a:t>
            </a: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Gestión de</a:t>
            </a:r>
            <a:r>
              <a:rPr lang="en" sz="34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outliers</a:t>
            </a:r>
            <a:endParaRPr sz="34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49" name="Google Shape;449;p49"/>
          <p:cNvSpPr/>
          <p:nvPr/>
        </p:nvSpPr>
        <p:spPr>
          <a:xfrm>
            <a:off x="384051" y="3877050"/>
            <a:ext cx="76851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   </a:t>
            </a:r>
            <a:r>
              <a:rPr lang="en" sz="34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Reducción cardinalidad</a:t>
            </a: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atributos ordinales</a:t>
            </a:r>
            <a:endParaRPr sz="34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50" name="Google Shape;450;p49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1" name="Google Shape;451;p49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52" name="Google Shape;452;p49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preprocesado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53" name="Google Shape;453;p49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14/32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54" name="Google Shape;45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5" name="Google Shape;455;p49"/>
          <p:cNvGrpSpPr/>
          <p:nvPr/>
        </p:nvGrpSpPr>
        <p:grpSpPr>
          <a:xfrm>
            <a:off x="313509" y="2093853"/>
            <a:ext cx="6474002" cy="1964640"/>
            <a:chOff x="2926080" y="1813546"/>
            <a:chExt cx="6474002" cy="1964640"/>
          </a:xfrm>
        </p:grpSpPr>
        <p:grpSp>
          <p:nvGrpSpPr>
            <p:cNvPr id="456" name="Google Shape;456;p49"/>
            <p:cNvGrpSpPr/>
            <p:nvPr/>
          </p:nvGrpSpPr>
          <p:grpSpPr>
            <a:xfrm>
              <a:off x="2999222" y="2209793"/>
              <a:ext cx="6400861" cy="1301400"/>
              <a:chOff x="550922" y="2590807"/>
              <a:chExt cx="4781400" cy="1301400"/>
            </a:xfrm>
          </p:grpSpPr>
          <p:sp>
            <p:nvSpPr>
              <p:cNvPr id="457" name="Google Shape;457;p49"/>
              <p:cNvSpPr/>
              <p:nvPr/>
            </p:nvSpPr>
            <p:spPr>
              <a:xfrm>
                <a:off x="550924" y="2590807"/>
                <a:ext cx="41985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Eliminación</a:t>
                </a: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de atributos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58" name="Google Shape;458;p49"/>
              <p:cNvSpPr/>
              <p:nvPr/>
            </p:nvSpPr>
            <p:spPr>
              <a:xfrm>
                <a:off x="550922" y="3048007"/>
                <a:ext cx="47814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LIMPIEZA</a:t>
                </a: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DE VALORES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INCONSISTENTES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59" name="Google Shape;459;p49"/>
              <p:cNvSpPr/>
              <p:nvPr/>
            </p:nvSpPr>
            <p:spPr>
              <a:xfrm>
                <a:off x="550922" y="3505207"/>
                <a:ext cx="45090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Tratamiento de atributos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ordinales</a:t>
                </a:r>
                <a:endParaRPr sz="3400">
                  <a:solidFill>
                    <a:srgbClr val="40B9D7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</p:grpSp>
        <p:sp>
          <p:nvSpPr>
            <p:cNvPr id="460" name="Google Shape;460;p49"/>
            <p:cNvSpPr txBox="1"/>
            <p:nvPr/>
          </p:nvSpPr>
          <p:spPr>
            <a:xfrm>
              <a:off x="2926080" y="181354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1" name="Google Shape;461;p49"/>
            <p:cNvSpPr txBox="1"/>
            <p:nvPr/>
          </p:nvSpPr>
          <p:spPr>
            <a:xfrm>
              <a:off x="2926080" y="236218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62" name="Google Shape;462;p49"/>
          <p:cNvSpPr txBox="1"/>
          <p:nvPr>
            <p:ph type="title"/>
          </p:nvPr>
        </p:nvSpPr>
        <p:spPr>
          <a:xfrm>
            <a:off x="95775" y="1631300"/>
            <a:ext cx="44334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434343"/>
                </a:solidFill>
              </a:rPr>
              <a:t>Tratamiento de datos</a:t>
            </a:r>
            <a:endParaRPr sz="3500">
              <a:solidFill>
                <a:schemeClr val="lt1"/>
              </a:solidFill>
            </a:endParaRPr>
          </a:p>
        </p:txBody>
      </p:sp>
      <p:sp>
        <p:nvSpPr>
          <p:cNvPr id="463" name="Google Shape;463;p49"/>
          <p:cNvSpPr txBox="1"/>
          <p:nvPr/>
        </p:nvSpPr>
        <p:spPr>
          <a:xfrm>
            <a:off x="310896" y="3566160"/>
            <a:ext cx="3636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|</a:t>
            </a:r>
            <a:endParaRPr sz="8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0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p50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70" name="Google Shape;470;p50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preprocesado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71" name="Google Shape;471;p50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15/32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72" name="Google Shape;472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3" name="Google Shape;473;p50"/>
          <p:cNvGrpSpPr/>
          <p:nvPr/>
        </p:nvGrpSpPr>
        <p:grpSpPr>
          <a:xfrm>
            <a:off x="313509" y="2093853"/>
            <a:ext cx="5620576" cy="1964640"/>
            <a:chOff x="2926080" y="1813546"/>
            <a:chExt cx="5620576" cy="1964640"/>
          </a:xfrm>
        </p:grpSpPr>
        <p:grpSp>
          <p:nvGrpSpPr>
            <p:cNvPr id="474" name="Google Shape;474;p50"/>
            <p:cNvGrpSpPr/>
            <p:nvPr/>
          </p:nvGrpSpPr>
          <p:grpSpPr>
            <a:xfrm>
              <a:off x="2999214" y="2209800"/>
              <a:ext cx="5547442" cy="1301400"/>
              <a:chOff x="550916" y="2590814"/>
              <a:chExt cx="4143902" cy="1301400"/>
            </a:xfrm>
          </p:grpSpPr>
          <p:sp>
            <p:nvSpPr>
              <p:cNvPr id="475" name="Google Shape;475;p50"/>
              <p:cNvSpPr/>
              <p:nvPr/>
            </p:nvSpPr>
            <p:spPr>
              <a:xfrm>
                <a:off x="550916" y="2590814"/>
                <a:ext cx="29094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PENSAMIENTOS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SUICIDAS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76" name="Google Shape;476;p50"/>
              <p:cNvSpPr/>
              <p:nvPr/>
            </p:nvSpPr>
            <p:spPr>
              <a:xfrm>
                <a:off x="550920" y="3048014"/>
                <a:ext cx="35739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PRESIÓN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aCADÉMICA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77" name="Google Shape;477;p50"/>
              <p:cNvSpPr/>
              <p:nvPr/>
            </p:nvSpPr>
            <p:spPr>
              <a:xfrm>
                <a:off x="550918" y="3505214"/>
                <a:ext cx="41439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ESTRÉS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FINANCIERO</a:t>
                </a:r>
                <a:endParaRPr sz="3400">
                  <a:solidFill>
                    <a:srgbClr val="40B9D7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</p:grpSp>
        <p:sp>
          <p:nvSpPr>
            <p:cNvPr id="478" name="Google Shape;478;p50"/>
            <p:cNvSpPr txBox="1"/>
            <p:nvPr/>
          </p:nvSpPr>
          <p:spPr>
            <a:xfrm>
              <a:off x="2926080" y="181354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79" name="Google Shape;479;p50"/>
            <p:cNvSpPr txBox="1"/>
            <p:nvPr/>
          </p:nvSpPr>
          <p:spPr>
            <a:xfrm>
              <a:off x="2926080" y="236218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480" name="Google Shape;480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0725" y="1490472"/>
            <a:ext cx="3334350" cy="333435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50"/>
          <p:cNvSpPr txBox="1"/>
          <p:nvPr>
            <p:ph type="title"/>
          </p:nvPr>
        </p:nvSpPr>
        <p:spPr>
          <a:xfrm>
            <a:off x="95775" y="1631300"/>
            <a:ext cx="50454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434343"/>
                </a:solidFill>
              </a:rPr>
              <a:t>Variables más INFORMATIVAS </a:t>
            </a:r>
            <a:r>
              <a:rPr lang="en" sz="3400">
                <a:solidFill>
                  <a:srgbClr val="40B9D7"/>
                </a:solidFill>
              </a:rPr>
              <a:t>(MI)</a:t>
            </a:r>
            <a:endParaRPr sz="3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1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7" name="Google Shape;487;p51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88" name="Google Shape;488;p51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89" name="Google Shape;489;p51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16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90" name="Google Shape;490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1338" y="1371275"/>
            <a:ext cx="5087082" cy="3772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2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52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98" name="Google Shape;498;p52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9" name="Google Shape;499;p52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17/32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00" name="Google Shape;50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6838" y="1407475"/>
            <a:ext cx="4837650" cy="3490025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52"/>
          <p:cNvSpPr txBox="1"/>
          <p:nvPr/>
        </p:nvSpPr>
        <p:spPr>
          <a:xfrm>
            <a:off x="264925" y="2551950"/>
            <a:ext cx="25446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XGB_MinMax_MI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53"/>
          <p:cNvPicPr preferRelativeResize="0"/>
          <p:nvPr/>
        </p:nvPicPr>
        <p:blipFill rotWithShape="1">
          <a:blip r:embed="rId3">
            <a:alphaModFix/>
          </a:blip>
          <a:srcRect b="5030" l="0" r="0" t="7488"/>
          <a:stretch/>
        </p:blipFill>
        <p:spPr>
          <a:xfrm>
            <a:off x="3080355" y="1373487"/>
            <a:ext cx="5924401" cy="368357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3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9" name="Google Shape;509;p53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10" name="Google Shape;510;p53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11" name="Google Shape;511;p53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18/32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12" name="Google Shape;512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53"/>
          <p:cNvSpPr txBox="1"/>
          <p:nvPr/>
        </p:nvSpPr>
        <p:spPr>
          <a:xfrm>
            <a:off x="264925" y="2551950"/>
            <a:ext cx="25446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OTRAS MÉTRICAS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4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9" name="Google Shape;519;p54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20" name="Google Shape;520;p54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21" name="Google Shape;521;p54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19/32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22" name="Google Shape;522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54"/>
          <p:cNvPicPr preferRelativeResize="0"/>
          <p:nvPr/>
        </p:nvPicPr>
        <p:blipFill rotWithShape="1">
          <a:blip r:embed="rId4">
            <a:alphaModFix/>
          </a:blip>
          <a:srcRect b="2286" l="0" r="0" t="0"/>
          <a:stretch/>
        </p:blipFill>
        <p:spPr>
          <a:xfrm>
            <a:off x="1780025" y="1352873"/>
            <a:ext cx="5583951" cy="3770725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54"/>
          <p:cNvSpPr txBox="1"/>
          <p:nvPr/>
        </p:nvSpPr>
        <p:spPr>
          <a:xfrm>
            <a:off x="757388" y="2551950"/>
            <a:ext cx="10059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SHAP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55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0" name="Google Shape;530;p55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31" name="Google Shape;531;p55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32" name="Google Shape;532;p55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20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33" name="Google Shape;533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55"/>
          <p:cNvSpPr txBox="1"/>
          <p:nvPr/>
        </p:nvSpPr>
        <p:spPr>
          <a:xfrm>
            <a:off x="757388" y="2551950"/>
            <a:ext cx="10059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SHAP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35" name="Google Shape;535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5700" y="1371148"/>
            <a:ext cx="5228750" cy="3688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56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1" name="Google Shape;541;p56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42" name="Google Shape;542;p56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43" name="Google Shape;543;p5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44" name="Google Shape;544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Google Shape;545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800" y="1468000"/>
            <a:ext cx="4885238" cy="33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04050" y="1626962"/>
            <a:ext cx="4439951" cy="305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57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2" name="Google Shape;552;p57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53" name="Google Shape;553;p57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54" name="Google Shape;554;p57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22/32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55" name="Google Shape;555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" name="Google Shape;556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36513" y="1350387"/>
            <a:ext cx="5270975" cy="3736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58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2" name="Google Shape;562;p58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63" name="Google Shape;563;p58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64" name="Google Shape;564;p58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23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65" name="Google Shape;56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89750" y="1376300"/>
            <a:ext cx="5318033" cy="3767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59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59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73" name="Google Shape;573;p59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74" name="Google Shape;574;p59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24/32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75" name="Google Shape;575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59"/>
          <p:cNvPicPr preferRelativeResize="0"/>
          <p:nvPr/>
        </p:nvPicPr>
        <p:blipFill rotWithShape="1">
          <a:blip r:embed="rId4">
            <a:alphaModFix/>
          </a:blip>
          <a:srcRect b="0" l="0" r="16638" t="0"/>
          <a:stretch/>
        </p:blipFill>
        <p:spPr>
          <a:xfrm>
            <a:off x="264925" y="1374050"/>
            <a:ext cx="4394964" cy="3675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59"/>
          <p:cNvPicPr preferRelativeResize="0"/>
          <p:nvPr/>
        </p:nvPicPr>
        <p:blipFill rotWithShape="1">
          <a:blip r:embed="rId5">
            <a:alphaModFix/>
          </a:blip>
          <a:srcRect b="0" l="0" r="20942" t="0"/>
          <a:stretch/>
        </p:blipFill>
        <p:spPr>
          <a:xfrm>
            <a:off x="4555525" y="1374050"/>
            <a:ext cx="3566285" cy="333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5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18725" y="2022150"/>
            <a:ext cx="1131650" cy="61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81638" y="2744807"/>
            <a:ext cx="1005825" cy="9339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60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5" name="Google Shape;585;p60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86" name="Google Shape;586;p60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87" name="Google Shape;587;p60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25/32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88" name="Google Shape;588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p60"/>
          <p:cNvPicPr preferRelativeResize="0"/>
          <p:nvPr/>
        </p:nvPicPr>
        <p:blipFill rotWithShape="1">
          <a:blip r:embed="rId4">
            <a:alphaModFix/>
          </a:blip>
          <a:srcRect b="60942" l="0" r="0" t="0"/>
          <a:stretch/>
        </p:blipFill>
        <p:spPr>
          <a:xfrm>
            <a:off x="1245125" y="2299250"/>
            <a:ext cx="6970624" cy="15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60"/>
          <p:cNvSpPr/>
          <p:nvPr/>
        </p:nvSpPr>
        <p:spPr>
          <a:xfrm>
            <a:off x="86000" y="1548700"/>
            <a:ext cx="8857200" cy="810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Presión académica </a:t>
            </a:r>
            <a:r>
              <a:rPr lang="en" sz="25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extrema </a:t>
            </a:r>
            <a:r>
              <a:rPr lang="en" sz="25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+  estrés financiero </a:t>
            </a:r>
            <a:r>
              <a:rPr lang="en" sz="25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crítico </a:t>
            </a:r>
            <a:r>
              <a:rPr lang="en" sz="25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+  pensamientos </a:t>
            </a:r>
            <a:r>
              <a:rPr lang="en" sz="25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suicidas</a:t>
            </a:r>
            <a:endParaRPr sz="25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61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6" name="Google Shape;596;p61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97" name="Google Shape;597;p61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8" name="Google Shape;598;p61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26/32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99" name="Google Shape;599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0" name="Google Shape;600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4920" y="1468000"/>
            <a:ext cx="6680406" cy="3485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62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6" name="Google Shape;606;p62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07" name="Google Shape;607;p62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608" name="Google Shape;608;p62"/>
          <p:cNvGrpSpPr/>
          <p:nvPr/>
        </p:nvGrpSpPr>
        <p:grpSpPr>
          <a:xfrm>
            <a:off x="372252" y="1660900"/>
            <a:ext cx="2670048" cy="3121839"/>
            <a:chOff x="372252" y="1660900"/>
            <a:chExt cx="2670048" cy="3121839"/>
          </a:xfrm>
        </p:grpSpPr>
        <p:sp>
          <p:nvSpPr>
            <p:cNvPr id="609" name="Google Shape;609;p62"/>
            <p:cNvSpPr/>
            <p:nvPr/>
          </p:nvSpPr>
          <p:spPr>
            <a:xfrm>
              <a:off x="640627" y="4395739"/>
              <a:ext cx="2133300" cy="3870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lt1"/>
                  </a:solidFill>
                  <a:latin typeface="Bebas Neue"/>
                  <a:ea typeface="Bebas Neue"/>
                  <a:cs typeface="Bebas Neue"/>
                  <a:sym typeface="Bebas Neue"/>
                </a:rPr>
                <a:t>Validación extensa</a:t>
              </a:r>
              <a:endParaRPr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endParaRPr>
            </a:p>
          </p:txBody>
        </p:sp>
        <p:pic>
          <p:nvPicPr>
            <p:cNvPr id="610" name="Google Shape;610;p6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2252" y="1660900"/>
              <a:ext cx="2670048" cy="267004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11" name="Google Shape;611;p62"/>
          <p:cNvGrpSpPr/>
          <p:nvPr/>
        </p:nvGrpSpPr>
        <p:grpSpPr>
          <a:xfrm>
            <a:off x="2926085" y="1889746"/>
            <a:ext cx="6121074" cy="1964640"/>
            <a:chOff x="3154685" y="1813546"/>
            <a:chExt cx="6121074" cy="1964640"/>
          </a:xfrm>
        </p:grpSpPr>
        <p:grpSp>
          <p:nvGrpSpPr>
            <p:cNvPr id="612" name="Google Shape;612;p62"/>
            <p:cNvGrpSpPr/>
            <p:nvPr/>
          </p:nvGrpSpPr>
          <p:grpSpPr>
            <a:xfrm>
              <a:off x="3230725" y="2209800"/>
              <a:ext cx="6045034" cy="1301400"/>
              <a:chOff x="723853" y="2590814"/>
              <a:chExt cx="4515600" cy="1301400"/>
            </a:xfrm>
          </p:grpSpPr>
          <p:sp>
            <p:nvSpPr>
              <p:cNvPr id="613" name="Google Shape;613;p62"/>
              <p:cNvSpPr/>
              <p:nvPr/>
            </p:nvSpPr>
            <p:spPr>
              <a:xfrm>
                <a:off x="723853" y="2590814"/>
                <a:ext cx="44832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EL MEJOR MODELO </a:t>
                </a:r>
                <a:r>
                  <a:rPr lang="en" sz="3500">
                    <a:solidFill>
                      <a:schemeClr val="accent3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XGB_MinMax_MI 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614" name="Google Shape;614;p62"/>
              <p:cNvSpPr/>
              <p:nvPr/>
            </p:nvSpPr>
            <p:spPr>
              <a:xfrm>
                <a:off x="723853" y="3048014"/>
                <a:ext cx="44832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FACTORES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DETERMINANTEs </a:t>
                </a: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DETECTADOS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615" name="Google Shape;615;p62"/>
              <p:cNvSpPr/>
              <p:nvPr/>
            </p:nvSpPr>
            <p:spPr>
              <a:xfrm>
                <a:off x="723853" y="3505214"/>
                <a:ext cx="45156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Factores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amplificadores</a:t>
                </a:r>
                <a:endParaRPr sz="3400">
                  <a:solidFill>
                    <a:srgbClr val="40B9D7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</p:grpSp>
        <p:sp>
          <p:nvSpPr>
            <p:cNvPr id="616" name="Google Shape;616;p62"/>
            <p:cNvSpPr txBox="1"/>
            <p:nvPr/>
          </p:nvSpPr>
          <p:spPr>
            <a:xfrm>
              <a:off x="3154685" y="181354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17" name="Google Shape;617;p62"/>
            <p:cNvSpPr txBox="1"/>
            <p:nvPr/>
          </p:nvSpPr>
          <p:spPr>
            <a:xfrm>
              <a:off x="3154685" y="236218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18" name="Google Shape;618;p62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27/32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19" name="Google Shape;619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3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5" name="Google Shape;625;p63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26" name="Google Shape;626;p63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27" name="Google Shape;627;p63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28/32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28" name="Google Shape;628;p63"/>
          <p:cNvSpPr/>
          <p:nvPr/>
        </p:nvSpPr>
        <p:spPr>
          <a:xfrm>
            <a:off x="640581" y="1641888"/>
            <a:ext cx="76803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¿Qué factores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provocan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depresión en los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estudiantes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29" name="Google Shape;629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63"/>
          <p:cNvSpPr/>
          <p:nvPr/>
        </p:nvSpPr>
        <p:spPr>
          <a:xfrm>
            <a:off x="3119479" y="2515425"/>
            <a:ext cx="27225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Pensamientos suicidas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31" name="Google Shape;631;p63"/>
          <p:cNvSpPr/>
          <p:nvPr/>
        </p:nvSpPr>
        <p:spPr>
          <a:xfrm>
            <a:off x="3119479" y="3633950"/>
            <a:ext cx="27225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Estrés financiero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32" name="Google Shape;632;p63"/>
          <p:cNvSpPr/>
          <p:nvPr/>
        </p:nvSpPr>
        <p:spPr>
          <a:xfrm>
            <a:off x="3119479" y="3074688"/>
            <a:ext cx="27225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Presión académica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64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8" name="Google Shape;638;p64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39" name="Google Shape;639;p64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40" name="Google Shape;640;p64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29/32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41" name="Google Shape;641;p64"/>
          <p:cNvSpPr/>
          <p:nvPr/>
        </p:nvSpPr>
        <p:spPr>
          <a:xfrm>
            <a:off x="640581" y="1641888"/>
            <a:ext cx="76803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¿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Influye </a:t>
            </a: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el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sexo </a:t>
            </a: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o el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nivel académico</a:t>
            </a: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42" name="Google Shape;642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43" name="Google Shape;643;p64"/>
          <p:cNvGrpSpPr/>
          <p:nvPr/>
        </p:nvGrpSpPr>
        <p:grpSpPr>
          <a:xfrm>
            <a:off x="1865201" y="2284445"/>
            <a:ext cx="2477968" cy="2477968"/>
            <a:chOff x="1055250" y="2779395"/>
            <a:chExt cx="1780150" cy="1780150"/>
          </a:xfrm>
        </p:grpSpPr>
        <p:pic>
          <p:nvPicPr>
            <p:cNvPr id="644" name="Google Shape;644;p6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55250" y="2779395"/>
              <a:ext cx="1780150" cy="1780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45" name="Google Shape;645;p6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283425" y="2779396"/>
              <a:ext cx="304100" cy="304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46" name="Google Shape;646;p6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339587" y="2780563"/>
              <a:ext cx="301752" cy="30175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47" name="Google Shape;647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3179" y="2284450"/>
            <a:ext cx="2477968" cy="24779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6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37725" y="2229150"/>
            <a:ext cx="480800" cy="48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6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80423" y="2227225"/>
            <a:ext cx="484632" cy="484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65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5" name="Google Shape;655;p65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56" name="Google Shape;656;p65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57" name="Google Shape;657;p65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30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58" name="Google Shape;658;p65"/>
          <p:cNvSpPr/>
          <p:nvPr/>
        </p:nvSpPr>
        <p:spPr>
          <a:xfrm>
            <a:off x="1595625" y="1645920"/>
            <a:ext cx="59400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¿podemos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predecir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la depresión?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59" name="Google Shape;659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0" name="Google Shape;660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1737" y="2401374"/>
            <a:ext cx="2794825" cy="206574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1" name="Google Shape;661;p6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68700" y="2401375"/>
            <a:ext cx="3242450" cy="20657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2" name="Google Shape;662;p6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06825" y="2401375"/>
            <a:ext cx="2181601" cy="206575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66"/>
          <p:cNvSpPr/>
          <p:nvPr/>
        </p:nvSpPr>
        <p:spPr>
          <a:xfrm>
            <a:off x="1286425" y="3632550"/>
            <a:ext cx="6750900" cy="927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CRÉDITOS:</a:t>
            </a: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Esta presentación incluye iconos de</a:t>
            </a: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u="sng"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b="1" lang="en" u="sng"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Icons Icons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668" name="Google Shape;668;p66"/>
          <p:cNvGrpSpPr/>
          <p:nvPr/>
        </p:nvGrpSpPr>
        <p:grpSpPr>
          <a:xfrm>
            <a:off x="6306600" y="262968"/>
            <a:ext cx="2115029" cy="2802654"/>
            <a:chOff x="457200" y="304800"/>
            <a:chExt cx="1557000" cy="2266602"/>
          </a:xfrm>
        </p:grpSpPr>
        <p:sp>
          <p:nvSpPr>
            <p:cNvPr id="669" name="Google Shape;669;p66"/>
            <p:cNvSpPr/>
            <p:nvPr/>
          </p:nvSpPr>
          <p:spPr>
            <a:xfrm>
              <a:off x="457200" y="304800"/>
              <a:ext cx="1557000" cy="15570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70" name="Google Shape;670;p66"/>
            <p:cNvSpPr/>
            <p:nvPr/>
          </p:nvSpPr>
          <p:spPr>
            <a:xfrm>
              <a:off x="640080" y="2258502"/>
              <a:ext cx="1199700" cy="3129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lt1"/>
                  </a:solidFill>
                  <a:latin typeface="Bebas Neue"/>
                  <a:ea typeface="Bebas Neue"/>
                  <a:cs typeface="Bebas Neue"/>
                  <a:sym typeface="Bebas Neue"/>
                </a:rPr>
                <a:t>dataset</a:t>
              </a:r>
              <a:endParaRPr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endParaRPr>
            </a:p>
          </p:txBody>
        </p:sp>
      </p:grpSp>
      <p:grpSp>
        <p:nvGrpSpPr>
          <p:cNvPr id="671" name="Google Shape;671;p66"/>
          <p:cNvGrpSpPr/>
          <p:nvPr/>
        </p:nvGrpSpPr>
        <p:grpSpPr>
          <a:xfrm>
            <a:off x="722375" y="262968"/>
            <a:ext cx="2115029" cy="2802654"/>
            <a:chOff x="457200" y="304800"/>
            <a:chExt cx="1557000" cy="2266602"/>
          </a:xfrm>
        </p:grpSpPr>
        <p:sp>
          <p:nvSpPr>
            <p:cNvPr id="672" name="Google Shape;672;p66"/>
            <p:cNvSpPr/>
            <p:nvPr/>
          </p:nvSpPr>
          <p:spPr>
            <a:xfrm>
              <a:off x="457200" y="304800"/>
              <a:ext cx="1557000" cy="15570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73" name="Google Shape;673;p66"/>
            <p:cNvSpPr/>
            <p:nvPr/>
          </p:nvSpPr>
          <p:spPr>
            <a:xfrm>
              <a:off x="640080" y="2258502"/>
              <a:ext cx="1199700" cy="3129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lt1"/>
                  </a:solidFill>
                  <a:latin typeface="Bebas Neue"/>
                  <a:ea typeface="Bebas Neue"/>
                  <a:cs typeface="Bebas Neue"/>
                  <a:sym typeface="Bebas Neue"/>
                </a:rPr>
                <a:t>github</a:t>
              </a:r>
              <a:endParaRPr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endParaRPr>
            </a:p>
          </p:txBody>
        </p:sp>
      </p:grpSp>
      <p:sp>
        <p:nvSpPr>
          <p:cNvPr id="674" name="Google Shape;674;p6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31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75" name="Google Shape;675;p66"/>
          <p:cNvSpPr txBox="1"/>
          <p:nvPr/>
        </p:nvSpPr>
        <p:spPr>
          <a:xfrm>
            <a:off x="3072000" y="830050"/>
            <a:ext cx="3000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Muchas gracias</a:t>
            </a:r>
            <a:endParaRPr/>
          </a:p>
        </p:txBody>
      </p:sp>
      <p:pic>
        <p:nvPicPr>
          <p:cNvPr id="676" name="Google Shape;676;p66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3538" y="315308"/>
            <a:ext cx="1792700" cy="179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7" name="Google Shape;677;p66">
            <a:hlinkClick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67741" y="315538"/>
            <a:ext cx="1792225" cy="179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67"/>
          <p:cNvSpPr txBox="1"/>
          <p:nvPr>
            <p:ph idx="4294967295" type="title"/>
          </p:nvPr>
        </p:nvSpPr>
        <p:spPr>
          <a:xfrm>
            <a:off x="1048350" y="95440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Fuentes y colores utilizados</a:t>
            </a:r>
            <a:endParaRPr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3" name="Google Shape;683;p67"/>
          <p:cNvSpPr txBox="1"/>
          <p:nvPr>
            <p:ph idx="4294967295" type="body"/>
          </p:nvPr>
        </p:nvSpPr>
        <p:spPr>
          <a:xfrm>
            <a:off x="1068100" y="1457875"/>
            <a:ext cx="7047300" cy="44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Esta presentación ha sido realizada utilizando las siguientes fuentes:</a:t>
            </a:r>
            <a:endParaRPr sz="12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67"/>
          <p:cNvSpPr txBox="1"/>
          <p:nvPr>
            <p:ph idx="4294967295" type="body"/>
          </p:nvPr>
        </p:nvSpPr>
        <p:spPr>
          <a:xfrm>
            <a:off x="1068100" y="1842849"/>
            <a:ext cx="7047300" cy="125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Montserrat</a:t>
            </a:r>
            <a:endParaRPr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>
                <a:solidFill>
                  <a:srgbClr val="FFFFFF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https://fonts.google.com/specimen/Montserrat</a:t>
            </a: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Bebas Neue</a:t>
            </a:r>
            <a:endParaRPr b="1"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>
                <a:solidFill>
                  <a:schemeClr val="lt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https://fonts.google.com/specimen/Bebas+Neue</a:t>
            </a: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685" name="Google Shape;685;p67"/>
          <p:cNvGrpSpPr/>
          <p:nvPr/>
        </p:nvGrpSpPr>
        <p:grpSpPr>
          <a:xfrm>
            <a:off x="2455450" y="3429000"/>
            <a:ext cx="4272600" cy="754200"/>
            <a:chOff x="2455450" y="3474720"/>
            <a:chExt cx="4272600" cy="754200"/>
          </a:xfrm>
        </p:grpSpPr>
        <p:sp>
          <p:nvSpPr>
            <p:cNvPr id="686" name="Google Shape;686;p67"/>
            <p:cNvSpPr/>
            <p:nvPr/>
          </p:nvSpPr>
          <p:spPr>
            <a:xfrm>
              <a:off x="5884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</a:t>
              </a:r>
              <a:r>
                <a:rPr b="1" lang="en" sz="9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40B9D7</a:t>
              </a:r>
              <a:endParaRPr b="1" sz="9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87" name="Google Shape;687;p67"/>
            <p:cNvSpPr/>
            <p:nvPr/>
          </p:nvSpPr>
          <p:spPr>
            <a:xfrm>
              <a:off x="4741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F3F3F3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#F3F3F3</a:t>
              </a:r>
              <a:endParaRPr b="1" sz="9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88" name="Google Shape;688;p67"/>
            <p:cNvSpPr/>
            <p:nvPr/>
          </p:nvSpPr>
          <p:spPr>
            <a:xfrm>
              <a:off x="2455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434343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F3F3F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#434343</a:t>
              </a:r>
              <a:endParaRPr b="1" sz="9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89" name="Google Shape;689;p67"/>
            <p:cNvSpPr/>
            <p:nvPr/>
          </p:nvSpPr>
          <p:spPr>
            <a:xfrm>
              <a:off x="3598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5C5C5C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F3F3F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#5C5C5C</a:t>
              </a:r>
              <a:endParaRPr b="1" sz="9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90" name="Google Shape;690;p67"/>
          <p:cNvSpPr txBox="1"/>
          <p:nvPr>
            <p:ph idx="12" type="sldNum"/>
          </p:nvPr>
        </p:nvSpPr>
        <p:spPr>
          <a:xfrm>
            <a:off x="8498689" y="4559554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32</a:t>
            </a:r>
            <a:endParaRPr sz="24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rt Center by Slidesgo">
  <a:themeElements>
    <a:clrScheme name="Simple Light">
      <a:dk1>
        <a:srgbClr val="000000"/>
      </a:dk1>
      <a:lt1>
        <a:srgbClr val="FFFFFF"/>
      </a:lt1>
      <a:dk2>
        <a:srgbClr val="5C5C5C"/>
      </a:dk2>
      <a:lt2>
        <a:srgbClr val="EEEEEE"/>
      </a:lt2>
      <a:accent1>
        <a:srgbClr val="434343"/>
      </a:accent1>
      <a:accent2>
        <a:srgbClr val="F3F3F3"/>
      </a:accent2>
      <a:accent3>
        <a:srgbClr val="42B5FC"/>
      </a:accent3>
      <a:accent4>
        <a:srgbClr val="434343"/>
      </a:accent4>
      <a:accent5>
        <a:srgbClr val="F3F3F3"/>
      </a:accent5>
      <a:accent6>
        <a:srgbClr val="F3F3F3"/>
      </a:accent6>
      <a:hlink>
        <a:srgbClr val="96EDC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